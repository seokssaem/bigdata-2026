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5" r:id="rId3"/>
    <p:sldId id="266" r:id="rId4"/>
    <p:sldId id="267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78A600-1F61-4E7F-31E1-C0E6D367FB21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98EE10-F3D4-2D3B-6D77-8066A8B09DC9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8C5B5D9F-F108-E778-793A-31A4C2794E59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F5A431D1-E471-3192-F561-199972BB3B18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UI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704D5E6D-34F4-78EB-829B-1AA3758D3743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  (비 NCS)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분석 플랫폼 UI 구현  (비NCS  |  포트폴리오 100점)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GitHub Repository  → 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Branch Push</a:t>
            </a:r>
            <a:endParaRPr lang="en-US" altLang="ko-KR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2026-06-26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06_빅데이터분석플랫폼UI구현_이름.pptx  (index.html, style.css, README.md 포함)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분석 플랫폼 UI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NCS)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BFCCD8-7814-439D-B0E2-78D09EF9F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121920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4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EC9425-3A17-47DA-B35D-1188793D7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12192000" cy="66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6F654A-ADD5-4547-86F7-22404D420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59" y="2123893"/>
            <a:ext cx="5963482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69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122</Words>
  <Application>Microsoft Office PowerPoint</Application>
  <PresentationFormat>와이드스크린</PresentationFormat>
  <Paragraphs>14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13</cp:revision>
  <dcterms:created xsi:type="dcterms:W3CDTF">2026-03-10T17:23:29Z</dcterms:created>
  <dcterms:modified xsi:type="dcterms:W3CDTF">2026-06-26T03:40:09Z</dcterms:modified>
</cp:coreProperties>
</file>