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2026-07-03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</a:t>
            </a:r>
            <a:r>
              <a:rPr lang="en-US" altLang="ko-KR"/>
              <a:t>TaeDoohyeok</a:t>
            </a: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빅데이터수집시스템개발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collector.py, transformer.py, validator.py, output/collected_data.csv, README.md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  (2001020903_24v3)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F32653-4629-4AD5-9248-B5A5D410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6" y="0"/>
            <a:ext cx="11914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A650F2-9D29-46D1-8F0A-B8A80FDF4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2234"/>
            <a:ext cx="12192000" cy="501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C66F11-6D6F-471F-B1B1-5ED0CC3E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116" y="0"/>
            <a:ext cx="5245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58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99</Words>
  <Application>Microsoft Office PowerPoint</Application>
  <PresentationFormat>와이드스크린</PresentationFormat>
  <Paragraphs>13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17</cp:revision>
  <dcterms:created xsi:type="dcterms:W3CDTF">2026-03-10T17:23:29Z</dcterms:created>
  <dcterms:modified xsi:type="dcterms:W3CDTF">2026-07-03T02:26:38Z</dcterms:modified>
</cp:coreProperties>
</file>