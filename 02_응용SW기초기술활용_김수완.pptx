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/>
              <a:t>두개의 어플리케이션을 통신해주는 역할을 한다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r>
              <a:rPr lang="ko-KR" altLang="en-US" sz="1100" dirty="0"/>
              <a:t>개발에 있어서 효율적으로 개발이 가능하게끔 도와준다</a:t>
            </a:r>
            <a:r>
              <a:rPr lang="en-US" altLang="ko-KR" sz="1100" dirty="0"/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미들웨어를 사용하지 </a:t>
            </a:r>
            <a:r>
              <a:rPr lang="ko-KR" altLang="en-US" sz="110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않을경우</a:t>
            </a:r>
            <a:r>
              <a:rPr lang="ko-KR" alt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여러 개의 작업을 할 시 각각의 모듈을 </a:t>
            </a:r>
            <a:r>
              <a:rPr lang="ko-KR" altLang="en-US" sz="110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만들어야하지만</a:t>
            </a:r>
            <a:endParaRPr lang="en-US" altLang="ko-KR" sz="1100" i="1" dirty="0">
              <a:solidFill>
                <a:srgbClr val="2E75B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rPr>
              <a:t>미들웨어를 사용할 경우 </a:t>
            </a:r>
            <a:r>
              <a:rPr lang="ko-KR" altLang="en-US" sz="110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rPr>
              <a:t>그럴필요없이</a:t>
            </a:r>
            <a:r>
              <a:rPr lang="ko-KR" alt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rPr>
              <a:t> 전환이 가능하여 효율적으로 개발이</a:t>
            </a:r>
            <a:endParaRPr lang="en-US" altLang="ko-KR" sz="1100" i="1" dirty="0">
              <a:solidFill>
                <a:srgbClr val="2E75B6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ctr">
              <a:buNone/>
            </a:pPr>
            <a:r>
              <a:rPr lang="ko-KR" alt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rPr>
              <a:t>가능하다</a:t>
            </a:r>
            <a:r>
              <a:rPr lang="en-US" altLang="ko-KR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2를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C7F5532-A513-45C3-B82C-83515EA05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82" y="2194161"/>
            <a:ext cx="2057687" cy="24768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F8BEEA7-944A-4BDC-9DE6-A3C39E2E3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669" y="1522292"/>
            <a:ext cx="2769332" cy="52849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FFF6252-C326-4F67-91A1-2F2EFAB8D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078" y="2119188"/>
            <a:ext cx="2556296" cy="68072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73998890-C110-4D15-842A-3C123D432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4510037"/>
            <a:ext cx="2232369" cy="65221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5DC185B-C2E0-4B7D-95D9-E6686AC53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1335" y="4446336"/>
            <a:ext cx="2418667" cy="653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62EDF1-4DD8-4F35-9ECC-8A73F2450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878" y="1523766"/>
            <a:ext cx="5182323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3D85F5B-8696-4428-A67D-0E3C58241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981" y="3994558"/>
            <a:ext cx="3477110" cy="52394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192FE2B-C702-4C43-9063-2FB4A5A27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318" y="4078607"/>
            <a:ext cx="3124636" cy="342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611</Words>
  <Application>Microsoft Office PowerPoint</Application>
  <PresentationFormat>와이드스크린</PresentationFormat>
  <Paragraphs>82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15</cp:revision>
  <dcterms:created xsi:type="dcterms:W3CDTF">2026-03-10T16:20:31Z</dcterms:created>
  <dcterms:modified xsi:type="dcterms:W3CDTF">2026-05-21T00:46:01Z</dcterms:modified>
</cp:coreProperties>
</file>