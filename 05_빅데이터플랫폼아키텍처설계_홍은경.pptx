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9" autoAdjust="0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11274552" cy="11887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</a:t>
            </a:r>
            <a:endParaRPr lang="en-US" sz="24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 가 작 업 지 시 서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E75B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 플랫폼 아키텍처 설계  (2001020426_23v4)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06. 17.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Hong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92040"/>
            <a:ext cx="11274552" cy="685800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94360" y="489599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05_빅데이터플랫폼아키텍처설계_이름.pptx,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drawio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 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또는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05_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</a:rPr>
              <a:t>빅데이터플랫폼아키텍처설계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_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이름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.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png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23036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빅데이터 플랫폼 아키텍처 설계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AFB4BC2-61A3-41C2-AF98-79683BA141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4245" y="185611"/>
            <a:ext cx="8576826" cy="6082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6281B94-657F-4581-85D3-E656E0BA0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444" y="0"/>
            <a:ext cx="3289702" cy="6389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105</Words>
  <Application>Microsoft Office PowerPoint</Application>
  <PresentationFormat>와이드스크린</PresentationFormat>
  <Paragraphs>11</Paragraphs>
  <Slides>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13</cp:revision>
  <dcterms:created xsi:type="dcterms:W3CDTF">2026-03-10T17:23:29Z</dcterms:created>
  <dcterms:modified xsi:type="dcterms:W3CDTF">2026-06-17T02:43:30Z</dcterms:modified>
</cp:coreProperties>
</file>