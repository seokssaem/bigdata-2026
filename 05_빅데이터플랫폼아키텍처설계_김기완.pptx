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플랫폼 아키텍처 설계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아키텍처 설계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아키텍처 설계  (2001020426_23v4)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김기완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2026-06-17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Kimgiwan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599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05_빅데이터플랫폼아키텍처설계_이름.pptx,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05_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빅데이터플랫폼아키텍처설계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drawio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또는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05_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빅데이터플랫폼아키텍처설계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png</a:t>
            </a:r>
            <a:endParaRPr lang="ko-KR" altLang="en-US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플랫폼 아키텍처 설계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6176D4D-417A-4639-B859-3CACEA055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962" y="461393"/>
            <a:ext cx="7440063" cy="6040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424BBB-C89E-4F20-8ADC-E056252921FE}"/>
              </a:ext>
            </a:extLst>
          </p:cNvPr>
          <p:cNvSpPr txBox="1"/>
          <p:nvPr/>
        </p:nvSpPr>
        <p:spPr>
          <a:xfrm>
            <a:off x="4127384" y="92061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i="0" dirty="0" err="1">
                <a:solidFill>
                  <a:srgbClr val="212529"/>
                </a:solidFill>
                <a:effectLst/>
                <a:latin typeface="ChosunGu"/>
              </a:rPr>
              <a:t>유스케이스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ChosunGu"/>
              </a:rPr>
              <a:t> 다이어그램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E81CC1-D8A1-436A-B10B-BA85EBF4824C}"/>
              </a:ext>
            </a:extLst>
          </p:cNvPr>
          <p:cNvSpPr txBox="1"/>
          <p:nvPr/>
        </p:nvSpPr>
        <p:spPr>
          <a:xfrm>
            <a:off x="4882393" y="33339"/>
            <a:ext cx="1444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i="0" dirty="0">
                <a:solidFill>
                  <a:srgbClr val="212529"/>
                </a:solidFill>
                <a:effectLst/>
                <a:latin typeface="ChosunGu"/>
              </a:rPr>
              <a:t> </a:t>
            </a:r>
            <a:r>
              <a:rPr lang="ko-KR" altLang="en-US" b="1" i="0" dirty="0" err="1">
                <a:solidFill>
                  <a:srgbClr val="212529"/>
                </a:solidFill>
                <a:effectLst/>
                <a:latin typeface="ChosunGu"/>
              </a:rPr>
              <a:t>플로우차트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ChosunGu"/>
              </a:rPr>
              <a:t> 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8651E54-D44C-4792-9BE1-BC5F7E3FE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340" y="415255"/>
            <a:ext cx="4851639" cy="602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103</Words>
  <Application>Microsoft Office PowerPoint</Application>
  <PresentationFormat>와이드스크린</PresentationFormat>
  <Paragraphs>13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ChosunGu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10</cp:revision>
  <dcterms:created xsi:type="dcterms:W3CDTF">2026-03-10T17:23:29Z</dcterms:created>
  <dcterms:modified xsi:type="dcterms:W3CDTF">2026-06-17T01:53:21Z</dcterms:modified>
</cp:coreProperties>
</file>