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2026-06-17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05_빅데이터플랫폼아키텍처설계_이름.pptx,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drawio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또는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png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16A667-A164-48AF-A598-6B823BB0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804862"/>
            <a:ext cx="953452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485974D-DEF7-4236-8374-F607576F0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271" y="0"/>
            <a:ext cx="4436883" cy="628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99</Words>
  <Application>Microsoft Office PowerPoint</Application>
  <PresentationFormat>와이드스크린</PresentationFormat>
  <Paragraphs>11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11</cp:revision>
  <dcterms:created xsi:type="dcterms:W3CDTF">2026-03-10T17:23:29Z</dcterms:created>
  <dcterms:modified xsi:type="dcterms:W3CDTF">2026-06-17T01:27:36Z</dcterms:modified>
</cp:coreProperties>
</file>