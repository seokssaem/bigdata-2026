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2026-05-21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KIM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 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개념 서술 답안을 직접 텍스트로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촬영 이미지를 붙여넣으시오.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656D15-AC4B-4739-9EC3-DEA2E6F25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071251"/>
            <a:ext cx="11641302" cy="864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1을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2를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AE3B5FD-F13E-405D-85A5-319B1C78F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24504"/>
            <a:ext cx="627697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E1B9AF8-D2F4-4AA6-BC9A-6A420C26D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485716"/>
            <a:ext cx="5334681" cy="150946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4FC68C6-C6B0-4E01-882B-6336E30C5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831" y="4025286"/>
            <a:ext cx="5958405" cy="145250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A5289C6-C8DB-4345-80F7-543D12E84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964" y="3910883"/>
            <a:ext cx="3671316" cy="2112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9A41B8-3AEA-4792-8C82-BD8CEE214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077" y="753874"/>
            <a:ext cx="9178507" cy="52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0230ABF-1BD5-493D-9EFE-8EEE048B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71" y="3356716"/>
            <a:ext cx="5940501" cy="148917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FC5ED8F-D84E-43E9-8FE5-FAE4310A9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340788"/>
            <a:ext cx="5661265" cy="1302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606</Words>
  <Application>Microsoft Office PowerPoint</Application>
  <PresentationFormat>와이드스크린</PresentationFormat>
  <Paragraphs>81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22</cp:revision>
  <dcterms:created xsi:type="dcterms:W3CDTF">2026-03-10T16:20:31Z</dcterms:created>
  <dcterms:modified xsi:type="dcterms:W3CDTF">2026-05-21T00:55:38Z</dcterms:modified>
</cp:coreProperties>
</file>