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2026-07-20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빅데이터처리시스템개발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_이름.pptx(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config.py, database.py, batch_processor.py, event_processor.py, pipeline.py, README.md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verify-processing.py(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선택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있으면 가산점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처리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8072B-68C6-4F37-9BBD-66FED7691D3B}"/>
              </a:ext>
            </a:extLst>
          </p:cNvPr>
          <p:cNvSpPr txBox="1"/>
          <p:nvPr/>
        </p:nvSpPr>
        <p:spPr>
          <a:xfrm>
            <a:off x="1048624" y="562062"/>
            <a:ext cx="10662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자동 복권 당첨 횟수가 </a:t>
            </a:r>
            <a:r>
              <a:rPr lang="en-US" altLang="ko-KR" dirty="0"/>
              <a:t>2~3</a:t>
            </a:r>
            <a:r>
              <a:rPr lang="ko-KR" altLang="en-US" dirty="0"/>
              <a:t>회 이면서 </a:t>
            </a:r>
            <a:r>
              <a:rPr lang="en-US" altLang="ko-KR" dirty="0"/>
              <a:t>1</a:t>
            </a:r>
            <a:r>
              <a:rPr lang="ko-KR" altLang="en-US" dirty="0"/>
              <a:t>회 이상 당첨된 대구 지역의 상호명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1FE92-B26C-445E-A51C-1145F795881E}"/>
              </a:ext>
            </a:extLst>
          </p:cNvPr>
          <p:cNvSpPr txBox="1"/>
          <p:nvPr/>
        </p:nvSpPr>
        <p:spPr>
          <a:xfrm>
            <a:off x="1409350" y="545284"/>
            <a:ext cx="7734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저장 데이터에서 만든 테이블 명 </a:t>
            </a:r>
            <a:r>
              <a:rPr lang="en-US" altLang="ko-KR" dirty="0"/>
              <a:t>: </a:t>
            </a:r>
            <a:r>
              <a:rPr lang="en-US" altLang="ko-KR" dirty="0" err="1"/>
              <a:t>lottery_win</a:t>
            </a:r>
            <a:endParaRPr lang="en-US" altLang="ko-KR" dirty="0"/>
          </a:p>
          <a:p>
            <a:r>
              <a:rPr lang="ko-KR" altLang="en-US" dirty="0"/>
              <a:t>주요 컬럼 </a:t>
            </a:r>
            <a:r>
              <a:rPr lang="en-US" altLang="ko-KR" dirty="0"/>
              <a:t>: </a:t>
            </a:r>
            <a:r>
              <a:rPr lang="ko-KR" altLang="en-US" dirty="0"/>
              <a:t>순번</a:t>
            </a:r>
            <a:r>
              <a:rPr lang="en-US" altLang="ko-KR" dirty="0"/>
              <a:t>, </a:t>
            </a:r>
            <a:r>
              <a:rPr lang="ko-KR" altLang="en-US" dirty="0"/>
              <a:t>상호</a:t>
            </a:r>
            <a:r>
              <a:rPr lang="en-US" altLang="ko-KR" dirty="0"/>
              <a:t>, </a:t>
            </a: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자동당첨건수</a:t>
            </a:r>
            <a:endParaRPr lang="en-US" altLang="ko-KR" dirty="0"/>
          </a:p>
          <a:p>
            <a:r>
              <a:rPr lang="ko-KR" altLang="en-US" dirty="0"/>
              <a:t>전체 건수 </a:t>
            </a:r>
            <a:r>
              <a:rPr lang="en-US" altLang="ko-KR" dirty="0"/>
              <a:t>: 427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269846-6E3B-4E4F-AE27-B55129B765D3}"/>
              </a:ext>
            </a:extLst>
          </p:cNvPr>
          <p:cNvSpPr txBox="1"/>
          <p:nvPr/>
        </p:nvSpPr>
        <p:spPr>
          <a:xfrm>
            <a:off x="1761688" y="595618"/>
            <a:ext cx="9068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212529"/>
                </a:solidFill>
                <a:effectLst/>
                <a:latin typeface="ChosunGu"/>
              </a:rPr>
              <a:t>배치 처리 설계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ChosunGu"/>
              </a:rPr>
              <a:t>: </a:t>
            </a:r>
            <a:r>
              <a:rPr lang="ko-KR" altLang="en-US" dirty="0"/>
              <a:t>지역으로 그룹화하여 해당 지역의 총 자동복권당첨건수의 합</a:t>
            </a:r>
          </a:p>
        </p:txBody>
      </p:sp>
    </p:spTree>
    <p:extLst>
      <p:ext uri="{BB962C8B-B14F-4D97-AF65-F5344CB8AC3E}">
        <p14:creationId xmlns:p14="http://schemas.microsoft.com/office/powerpoint/2010/main" val="183169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638BE5-4527-4464-9C6B-8C1BFA87ED84}"/>
              </a:ext>
            </a:extLst>
          </p:cNvPr>
          <p:cNvSpPr txBox="1"/>
          <p:nvPr/>
        </p:nvSpPr>
        <p:spPr>
          <a:xfrm>
            <a:off x="2139193" y="1375794"/>
            <a:ext cx="7952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자동당첨건수가 </a:t>
            </a:r>
            <a:r>
              <a:rPr lang="en-US" altLang="ko-KR" dirty="0"/>
              <a:t>2~3</a:t>
            </a:r>
            <a:r>
              <a:rPr lang="ko-KR" altLang="en-US" dirty="0"/>
              <a:t>회이거나 대구지역에 위치하는 상호를 추출</a:t>
            </a:r>
          </a:p>
        </p:txBody>
      </p:sp>
    </p:spTree>
    <p:extLst>
      <p:ext uri="{BB962C8B-B14F-4D97-AF65-F5344CB8AC3E}">
        <p14:creationId xmlns:p14="http://schemas.microsoft.com/office/powerpoint/2010/main" val="259464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1D18F9-DD28-49DF-B0E1-16B293459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0" y="0"/>
            <a:ext cx="6811326" cy="51346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3101E8-0A72-4CAD-A0B6-34A17F3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0" y="5134692"/>
            <a:ext cx="6239746" cy="8002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A90E1A-BF62-49FD-91DB-236419F87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95" y="79835"/>
            <a:ext cx="2448267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9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F1FD7F-E542-4BF6-A396-BE6B26E3B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" y="0"/>
            <a:ext cx="7245626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0EA873-548A-475E-9561-93B71681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728" y="5561901"/>
            <a:ext cx="6249272" cy="8764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F24F36-F5B5-4850-9A7E-425BF3389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237" y="19853"/>
            <a:ext cx="6312882" cy="413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9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C31541-A35F-4CBB-B984-B54F5838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4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75F825-6C98-4576-9050-0DAC7F8C6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0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D9E35F-310E-4C6D-8B4D-C0A7F75B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60" y="0"/>
            <a:ext cx="8635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183</Words>
  <Application>Microsoft Office PowerPoint</Application>
  <PresentationFormat>와이드스크린</PresentationFormat>
  <Paragraphs>21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20</cp:revision>
  <dcterms:created xsi:type="dcterms:W3CDTF">2026-03-10T17:23:29Z</dcterms:created>
  <dcterms:modified xsi:type="dcterms:W3CDTF">2026-07-20T07:25:51Z</dcterms:modified>
</cp:coreProperties>
</file>