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5" r:id="rId3"/>
    <p:sldId id="268" r:id="rId4"/>
    <p:sldId id="266" r:id="rId5"/>
    <p:sldId id="269" r:id="rId6"/>
    <p:sldId id="267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78A600-1F61-4E7F-31E1-C0E6D367FB21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398EE10-F3D4-2D3B-6D77-8066A8B09DC9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8C5B5D9F-F108-E778-793A-31A4C2794E59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F5A431D1-E471-3192-F561-199972BB3B18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UI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NCS)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704D5E6D-34F4-78EB-829B-1AA3758D3743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분석 플랫폼 UI 구현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  (비 NCS)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분석 플랫폼 UI 구현  (비NCS  |  포트폴리오 100점)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GitHub Repository  → 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Branch Push</a:t>
            </a:r>
            <a:endParaRPr lang="en-US" alt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노가희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2026-06-26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NoGaHee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599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06_빅데이터분석플랫폼UI구현_이름.pptx  (index.html, style.css, README.md 포함)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분석 플랫폼 UI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NCS)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8DF214-34AB-4EC7-9C0C-F6F0812FA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920" y="824891"/>
            <a:ext cx="9000000" cy="52082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783121-5715-4D80-B974-C935265AC435}"/>
              </a:ext>
            </a:extLst>
          </p:cNvPr>
          <p:cNvSpPr txBox="1"/>
          <p:nvPr/>
        </p:nvSpPr>
        <p:spPr>
          <a:xfrm>
            <a:off x="405448" y="218006"/>
            <a:ext cx="260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1.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화면 크기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: 1440px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6342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783121-5715-4D80-B974-C935265AC435}"/>
              </a:ext>
            </a:extLst>
          </p:cNvPr>
          <p:cNvSpPr txBox="1"/>
          <p:nvPr/>
        </p:nvSpPr>
        <p:spPr>
          <a:xfrm>
            <a:off x="405448" y="218006"/>
            <a:ext cx="260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1.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화면 크기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: 1440px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6F59268-CF5C-494F-BBD1-3B121C251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836575"/>
            <a:ext cx="9000000" cy="518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230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CBF50B-4D8F-4C55-AD60-AA5B2EAD108F}"/>
              </a:ext>
            </a:extLst>
          </p:cNvPr>
          <p:cNvSpPr txBox="1"/>
          <p:nvPr/>
        </p:nvSpPr>
        <p:spPr>
          <a:xfrm>
            <a:off x="405448" y="218006"/>
            <a:ext cx="2464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2.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화면 크기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: 768px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D4C3002-EBB9-4D95-8AA4-72C223AFA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000" y="218006"/>
            <a:ext cx="5760000" cy="623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79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CBF50B-4D8F-4C55-AD60-AA5B2EAD108F}"/>
              </a:ext>
            </a:extLst>
          </p:cNvPr>
          <p:cNvSpPr txBox="1"/>
          <p:nvPr/>
        </p:nvSpPr>
        <p:spPr>
          <a:xfrm>
            <a:off x="405448" y="218006"/>
            <a:ext cx="2464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2.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화면 크기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: 768px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36A965-D7B6-4784-8FE1-0502B8CC7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000" y="218006"/>
            <a:ext cx="5760000" cy="624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349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69B1AB-431F-4EC3-8341-F83E2E109A8A}"/>
              </a:ext>
            </a:extLst>
          </p:cNvPr>
          <p:cNvSpPr txBox="1"/>
          <p:nvPr/>
        </p:nvSpPr>
        <p:spPr>
          <a:xfrm>
            <a:off x="405448" y="218006"/>
            <a:ext cx="2464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3.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화면 크기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: 375px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D9B2A15-252B-4C25-97DF-3217F8768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420" y="908071"/>
            <a:ext cx="2378014" cy="527880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103A5B-F10A-497D-8CF8-720205656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8068" y="909280"/>
            <a:ext cx="2378014" cy="52776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0972BA0-F206-40ED-AEDA-3AE3E2810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251" y="908071"/>
            <a:ext cx="2376000" cy="526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727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145</Words>
  <Application>Microsoft Office PowerPoint</Application>
  <PresentationFormat>와이드스크린</PresentationFormat>
  <Paragraphs>16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HY견고딕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13</cp:revision>
  <dcterms:created xsi:type="dcterms:W3CDTF">2026-03-10T17:23:29Z</dcterms:created>
  <dcterms:modified xsi:type="dcterms:W3CDTF">2026-06-26T02:59:54Z</dcterms:modified>
</cp:coreProperties>
</file>