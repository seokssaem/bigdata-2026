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7FCEC0-9BF7-C7AB-2E28-BF9358ECB10A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A3C5D1-F241-4B07-65D0-0487E88E244A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A3EFE6F8-DA1A-85A4-6F9E-896D0BB01EE1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5B82CC4B-4723-62DA-34D4-85571F3B4C25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빅데이터 플랫폼 아키텍처 설계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604F34FF-DD31-5BC2-53F0-68A043D0CAAC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74552" cy="11887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아키텍처 설계</a:t>
            </a:r>
            <a:endParaRPr lang="en-US" sz="24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 가 작 업 지 시 서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아키텍처 설계  (2001020426_23v4)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r>
              <a:rPr lang="en-US" altLang="ko-KR" dirty="0"/>
              <a:t>		</a:t>
            </a:r>
            <a:r>
              <a:rPr lang="ko-KR" altLang="en-US" dirty="0" err="1"/>
              <a:t>태두혁</a:t>
            </a:r>
            <a:endParaRPr lang="ko-KR" altLang="en-US" dirty="0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r>
              <a:rPr lang="en-US" altLang="ko-KR" dirty="0"/>
              <a:t>		2026-06-17</a:t>
            </a:r>
            <a:endParaRPr lang="ko-KR" altLang="en-US" dirty="0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 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r>
              <a:rPr lang="en-US" altLang="ko-KR" dirty="0"/>
              <a:t>			Tae </a:t>
            </a:r>
            <a:r>
              <a:rPr lang="en-US" altLang="ko-KR" dirty="0" err="1"/>
              <a:t>Doohyeok</a:t>
            </a:r>
            <a:endParaRPr lang="ko-KR" altLang="en-US" dirty="0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892040"/>
            <a:ext cx="11274552" cy="68580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94360" y="489599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base" latinLnBrk="1"/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05_빅데이터플랫폼아키텍처설계_이름.pptx,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05_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</a:rPr>
              <a:t>빅데이터플랫폼아키텍처설계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이름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.</a:t>
            </a:r>
            <a:r>
              <a:rPr lang="en-US" altLang="ko-KR" sz="1100" dirty="0" err="1">
                <a:solidFill>
                  <a:srgbClr val="1F3864"/>
                </a:solidFill>
                <a:latin typeface="Consolas" pitchFamily="34" charset="0"/>
              </a:rPr>
              <a:t>drawio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 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또는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05_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</a:rPr>
              <a:t>빅데이터플랫폼아키텍처설계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이름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.</a:t>
            </a:r>
            <a:r>
              <a:rPr lang="en-US" altLang="ko-KR" sz="1100" dirty="0" err="1">
                <a:solidFill>
                  <a:srgbClr val="1F3864"/>
                </a:solidFill>
                <a:latin typeface="Consolas" pitchFamily="34" charset="0"/>
              </a:rPr>
              <a:t>png</a:t>
            </a:r>
            <a:endParaRPr lang="ko-KR" altLang="en-US" sz="1100" dirty="0">
              <a:solidFill>
                <a:srgbClr val="1F3864"/>
              </a:solidFill>
              <a:latin typeface="Consolas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94360" y="52303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빅데이터 플랫폼 아키텍처 설계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E39E097-CC13-4036-AC71-625FE4E9AB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3" y="642548"/>
            <a:ext cx="11850754" cy="5572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695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C6B0011-581C-4C0F-AE2F-9B2B56075A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101" y="393290"/>
            <a:ext cx="3565371" cy="6025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9778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107</Words>
  <Application>Microsoft Office PowerPoint</Application>
  <PresentationFormat>와이드스크린</PresentationFormat>
  <Paragraphs>14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12</cp:revision>
  <dcterms:created xsi:type="dcterms:W3CDTF">2026-03-10T17:23:29Z</dcterms:created>
  <dcterms:modified xsi:type="dcterms:W3CDTF">2026-06-17T01:42:23Z</dcterms:modified>
</cp:coreProperties>
</file>