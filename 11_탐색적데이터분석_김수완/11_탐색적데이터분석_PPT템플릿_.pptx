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탐색적 데이터 분석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2026-07-28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탐색적데이터분석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  <a:p>
            <a:pPr fontAlgn="base" latinLnBrk="1"/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탐색적 데이터 분석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[2001010511_21v4]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DD387D-D266-40F0-B159-FC49CCCC7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15" y="880843"/>
            <a:ext cx="5042976" cy="43378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FF5BE31-D944-4ABE-85EA-EEA89A3E4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533" y="637780"/>
            <a:ext cx="5105415" cy="45029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4FF29AF-D039-438F-9E85-836A04BA7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15" y="5383803"/>
            <a:ext cx="7102893" cy="7904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1039E2-3FDE-4D4D-826A-9793C078A99A}"/>
              </a:ext>
            </a:extLst>
          </p:cNvPr>
          <p:cNvSpPr txBox="1"/>
          <p:nvPr/>
        </p:nvSpPr>
        <p:spPr>
          <a:xfrm>
            <a:off x="735411" y="270964"/>
            <a:ext cx="5016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2. </a:t>
            </a:r>
            <a:r>
              <a:rPr lang="ko-KR" altLang="en-US" b="1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단변량</a:t>
            </a:r>
            <a:r>
              <a:rPr lang="ko-KR" altLang="en-US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/ </a:t>
            </a:r>
            <a:r>
              <a:rPr lang="ko-KR" altLang="en-US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분포 시각화</a:t>
            </a:r>
            <a:endParaRPr lang="ko-KR" alt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A0A0EB-A5A8-4467-9B25-7A2D6729D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11" y="1002947"/>
            <a:ext cx="4440629" cy="4015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558E673-56A2-460B-8654-23C5A565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284" y="863789"/>
            <a:ext cx="4440629" cy="41548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99477B5-5E97-43D0-B008-6156CE92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11" y="5152251"/>
            <a:ext cx="9748007" cy="10654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1A1FAD-758A-47E3-B95A-D1CF8B19437B}"/>
              </a:ext>
            </a:extLst>
          </p:cNvPr>
          <p:cNvSpPr txBox="1"/>
          <p:nvPr/>
        </p:nvSpPr>
        <p:spPr>
          <a:xfrm>
            <a:off x="735411" y="270964"/>
            <a:ext cx="5016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3. </a:t>
            </a:r>
            <a:r>
              <a:rPr lang="ko-KR" altLang="en-US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상관관계 및 </a:t>
            </a:r>
            <a:r>
              <a:rPr lang="ko-KR" altLang="en-US" b="1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이변량</a:t>
            </a:r>
            <a:r>
              <a:rPr lang="ko-KR" altLang="en-US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 분석</a:t>
            </a:r>
            <a:endParaRPr lang="ko-KR" alt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204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80EF42-33CF-4EDA-A3EF-7D7EE1B54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74" y="763398"/>
            <a:ext cx="6363516" cy="44863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00DCCC-407D-4621-AADE-973AFBBEC06D}"/>
              </a:ext>
            </a:extLst>
          </p:cNvPr>
          <p:cNvSpPr txBox="1"/>
          <p:nvPr/>
        </p:nvSpPr>
        <p:spPr>
          <a:xfrm>
            <a:off x="629174" y="268448"/>
            <a:ext cx="5016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4. </a:t>
            </a:r>
            <a:r>
              <a:rPr lang="ko-KR" altLang="en-US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그룹별 비교 분석 및 인사이트 도출</a:t>
            </a:r>
            <a:endParaRPr lang="ko-KR" alt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7FC615-38C3-4E79-93D9-2BAA8AB19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74" y="5391979"/>
            <a:ext cx="9848675" cy="96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00DCCC-407D-4621-AADE-973AFBBEC06D}"/>
              </a:ext>
            </a:extLst>
          </p:cNvPr>
          <p:cNvSpPr txBox="1"/>
          <p:nvPr/>
        </p:nvSpPr>
        <p:spPr>
          <a:xfrm>
            <a:off x="629174" y="268448"/>
            <a:ext cx="5016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README</a:t>
            </a:r>
            <a:endParaRPr lang="ko-KR" alt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385832-7F94-4D43-86E3-356A71C3B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21" y="1215581"/>
            <a:ext cx="10767358" cy="395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2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00DCCC-407D-4621-AADE-973AFBBEC06D}"/>
              </a:ext>
            </a:extLst>
          </p:cNvPr>
          <p:cNvSpPr txBox="1"/>
          <p:nvPr/>
        </p:nvSpPr>
        <p:spPr>
          <a:xfrm>
            <a:off x="629174" y="268448"/>
            <a:ext cx="5016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README</a:t>
            </a:r>
            <a:endParaRPr lang="ko-KR" alt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36C59A-BBAE-4D98-86EA-0A9224F3A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74" y="2626349"/>
            <a:ext cx="11101130" cy="146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1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94</Words>
  <Application>Microsoft Office PowerPoint</Application>
  <PresentationFormat>와이드스크린</PresentationFormat>
  <Paragraphs>15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24</cp:revision>
  <dcterms:created xsi:type="dcterms:W3CDTF">2026-03-10T17:23:29Z</dcterms:created>
  <dcterms:modified xsi:type="dcterms:W3CDTF">2026-07-28T02:40:52Z</dcterms:modified>
</cp:coreProperties>
</file>