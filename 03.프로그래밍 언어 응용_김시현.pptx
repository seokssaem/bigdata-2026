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4196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김시현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5" y="3311312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201352" y="331131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612</Words>
  <Application>Microsoft Office PowerPoint</Application>
  <PresentationFormat>와이드스크린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16</cp:revision>
  <dcterms:created xsi:type="dcterms:W3CDTF">2026-03-10T17:23:29Z</dcterms:created>
  <dcterms:modified xsi:type="dcterms:W3CDTF">2026-06-01T00:16:16Z</dcterms:modified>
</cp:coreProperties>
</file>