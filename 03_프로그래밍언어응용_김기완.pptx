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3" r:id="rId4"/>
    <p:sldId id="258" r:id="rId5"/>
    <p:sldId id="259" r:id="rId6"/>
    <p:sldId id="264" r:id="rId7"/>
    <p:sldId id="260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355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6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66CD1-BD61-514B-617E-459C183CD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566C46-28DE-8E88-B951-5AA111D0FF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D2B25C-2AC8-8F1B-4B36-9BE036C881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6CE69D-AB8A-DBE8-831F-5DB5B15C36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7342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E3806-ABBD-E3F3-0D55-A3688900B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060CF0-7FF1-07BD-2A10-E691648954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A7F2B5-AE30-F26D-11DE-1EB0D6F332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99797C-5682-5396-810B-2300EEF302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7676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 언어 응용</a:t>
            </a:r>
            <a:endParaRPr lang="en-US" sz="24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 가 작 업 지 시 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 언어 응용  (2001020233_23v5)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</a:t>
            </a:r>
            <a:r>
              <a:rPr lang="en-US" altLang="ko-KR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학사게시판에 첨부파일로 올리고 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-&gt;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-&gt;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시험종료버튼 누르기 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GitHub Repository  →  </a:t>
            </a:r>
            <a:r>
              <a:rPr lang="en-US" altLang="ko-KR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Branch Push</a:t>
            </a:r>
            <a:endParaRPr lang="en-US" altLang="ko-KR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김기완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2026-06-01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Kimgiwan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11274552" cy="685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94360" y="4892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업로드 파일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03_프로그래밍언어응용_이름.pptx,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03_프로그래밍언어응용_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코드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03_프로그래밍언어응용_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코드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52303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프로그래밍 언어 응용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1.  WordManager 클래스  —  코드 빈칸 채우기  (1)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 ①~④를 완성하고, 각 단계별 실행 결과를 캡처하여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순서대로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붙여넣으시오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150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E77B611-6CA0-8EF0-4D6A-0681E3A245D9}"/>
              </a:ext>
            </a:extLst>
          </p:cNvPr>
          <p:cNvGrpSpPr/>
          <p:nvPr/>
        </p:nvGrpSpPr>
        <p:grpSpPr>
          <a:xfrm>
            <a:off x="113956" y="950976"/>
            <a:ext cx="3066241" cy="2943591"/>
            <a:chOff x="137160" y="1005840"/>
            <a:chExt cx="2286000" cy="2194560"/>
          </a:xfrm>
        </p:grpSpPr>
        <p:sp>
          <p:nvSpPr>
            <p:cNvPr id="7" name="Shape 5"/>
            <p:cNvSpPr/>
            <p:nvPr/>
          </p:nvSpPr>
          <p:spPr>
            <a:xfrm>
              <a:off x="137160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Shape 6"/>
            <p:cNvSpPr/>
            <p:nvPr/>
          </p:nvSpPr>
          <p:spPr>
            <a:xfrm>
              <a:off x="137160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210312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 8"/>
            <p:cNvSpPr/>
            <p:nvPr/>
          </p:nvSpPr>
          <p:spPr>
            <a:xfrm>
              <a:off x="210312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①</a:t>
              </a:r>
              <a:endParaRPr lang="en-US" sz="16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530352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빈 리스트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초기화</a:t>
              </a:r>
              <a:endParaRPr lang="en-US" sz="9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210312" y="1417319"/>
              <a:ext cx="2139696" cy="1690057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 11"/>
            <p:cNvSpPr/>
            <p:nvPr/>
          </p:nvSpPr>
          <p:spPr>
            <a:xfrm>
              <a:off x="301752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C07B2C12-5CE7-E8C1-4E58-AA2CEFFC6C3C}"/>
              </a:ext>
            </a:extLst>
          </p:cNvPr>
          <p:cNvGrpSpPr/>
          <p:nvPr/>
        </p:nvGrpSpPr>
        <p:grpSpPr>
          <a:xfrm>
            <a:off x="3040139" y="2952605"/>
            <a:ext cx="3066241" cy="2943591"/>
            <a:chOff x="2544318" y="1005840"/>
            <a:chExt cx="2286000" cy="2194560"/>
          </a:xfrm>
        </p:grpSpPr>
        <p:sp>
          <p:nvSpPr>
            <p:cNvPr id="16" name="Shape 14"/>
            <p:cNvSpPr/>
            <p:nvPr/>
          </p:nvSpPr>
          <p:spPr>
            <a:xfrm>
              <a:off x="2544318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Shape 15"/>
            <p:cNvSpPr/>
            <p:nvPr/>
          </p:nvSpPr>
          <p:spPr>
            <a:xfrm>
              <a:off x="2544318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Shape 16"/>
            <p:cNvSpPr/>
            <p:nvPr/>
          </p:nvSpPr>
          <p:spPr>
            <a:xfrm>
              <a:off x="2617470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 17"/>
            <p:cNvSpPr/>
            <p:nvPr/>
          </p:nvSpPr>
          <p:spPr>
            <a:xfrm>
              <a:off x="2617470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②</a:t>
              </a:r>
              <a:endParaRPr lang="en-US" sz="16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2937510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단어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추가</a:t>
              </a:r>
              <a:endParaRPr lang="en-US" sz="9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2617470" y="1417320"/>
              <a:ext cx="2139696" cy="1690056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 20"/>
            <p:cNvSpPr/>
            <p:nvPr/>
          </p:nvSpPr>
          <p:spPr>
            <a:xfrm>
              <a:off x="2708910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CAEAF650-8009-AB00-9837-321490CB12B3}"/>
              </a:ext>
            </a:extLst>
          </p:cNvPr>
          <p:cNvGrpSpPr/>
          <p:nvPr/>
        </p:nvGrpSpPr>
        <p:grpSpPr>
          <a:xfrm>
            <a:off x="5966322" y="969264"/>
            <a:ext cx="3142154" cy="3016467"/>
            <a:chOff x="4951476" y="1005840"/>
            <a:chExt cx="2286000" cy="2194560"/>
          </a:xfrm>
        </p:grpSpPr>
        <p:sp>
          <p:nvSpPr>
            <p:cNvPr id="25" name="Shape 23"/>
            <p:cNvSpPr/>
            <p:nvPr/>
          </p:nvSpPr>
          <p:spPr>
            <a:xfrm>
              <a:off x="4951476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Shape 24"/>
            <p:cNvSpPr/>
            <p:nvPr/>
          </p:nvSpPr>
          <p:spPr>
            <a:xfrm>
              <a:off x="4951476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Shape 25"/>
            <p:cNvSpPr/>
            <p:nvPr/>
          </p:nvSpPr>
          <p:spPr>
            <a:xfrm>
              <a:off x="5024628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5024628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③</a:t>
              </a:r>
              <a:endParaRPr lang="en-US" sz="16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5344668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인덱스+값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순회</a:t>
              </a:r>
              <a:endParaRPr lang="en-US" sz="9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5024628" y="1417320"/>
              <a:ext cx="2139696" cy="1690056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 29"/>
            <p:cNvSpPr/>
            <p:nvPr/>
          </p:nvSpPr>
          <p:spPr>
            <a:xfrm>
              <a:off x="5116068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46FEA11-F7A3-D762-D943-76E704D219F9}"/>
              </a:ext>
            </a:extLst>
          </p:cNvPr>
          <p:cNvGrpSpPr/>
          <p:nvPr/>
        </p:nvGrpSpPr>
        <p:grpSpPr>
          <a:xfrm>
            <a:off x="8968417" y="2689164"/>
            <a:ext cx="3156966" cy="3030687"/>
            <a:chOff x="7358634" y="1005840"/>
            <a:chExt cx="2286000" cy="2194560"/>
          </a:xfrm>
        </p:grpSpPr>
        <p:sp>
          <p:nvSpPr>
            <p:cNvPr id="34" name="Shape 32"/>
            <p:cNvSpPr/>
            <p:nvPr/>
          </p:nvSpPr>
          <p:spPr>
            <a:xfrm>
              <a:off x="7358634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Shape 33"/>
            <p:cNvSpPr/>
            <p:nvPr/>
          </p:nvSpPr>
          <p:spPr>
            <a:xfrm>
              <a:off x="7358634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Shape 34"/>
            <p:cNvSpPr/>
            <p:nvPr/>
          </p:nvSpPr>
          <p:spPr>
            <a:xfrm>
              <a:off x="7431786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Text 35"/>
            <p:cNvSpPr/>
            <p:nvPr/>
          </p:nvSpPr>
          <p:spPr>
            <a:xfrm>
              <a:off x="7431786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④</a:t>
              </a:r>
              <a:endParaRPr lang="en-US" sz="16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7751826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내림차순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정렬</a:t>
              </a:r>
              <a:endParaRPr lang="en-US" sz="9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7431786" y="1417320"/>
              <a:ext cx="2139696" cy="1690056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Text 38"/>
            <p:cNvSpPr/>
            <p:nvPr/>
          </p:nvSpPr>
          <p:spPr>
            <a:xfrm>
              <a:off x="7523226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sp>
        <p:nvSpPr>
          <p:cNvPr id="46" name="Text 44"/>
          <p:cNvSpPr/>
          <p:nvPr/>
        </p:nvSpPr>
        <p:spPr>
          <a:xfrm>
            <a:off x="9838944" y="1042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182880" y="6007527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320040" y="6007527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구문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오류(Syntax Error) 없이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실행되어야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합니다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</a:t>
            </a:r>
            <a:endParaRPr lang="en-US" altLang="ko-KR" sz="800" dirty="0"/>
          </a:p>
        </p:txBody>
      </p:sp>
      <p:sp>
        <p:nvSpPr>
          <p:cNvPr id="58" name="Text 56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6</a:t>
            </a:r>
            <a:endParaRPr lang="en-US" sz="850" dirty="0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E26CCCD8-1355-4899-88BC-838625E8A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84" y="1479316"/>
            <a:ext cx="4610743" cy="676369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E2AE4B7-1B08-4579-97B9-A704C7926A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3285" y="3477805"/>
            <a:ext cx="3048425" cy="990738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B4BEBA40-BACC-472D-A453-B20AE512D2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7050" y="1502898"/>
            <a:ext cx="4029637" cy="1200318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A90D1E61-6253-4C00-A19F-93E93A7817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5631" y="3296966"/>
            <a:ext cx="3553321" cy="5334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F3AA5-BA9B-36A3-E5B0-C97AEFE0A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94E4191-6E9B-6497-E851-1CF19F69B961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9F6F8D1-F4F5-5548-2877-16A5C3A078AA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3DA3550-17EF-1892-7D3D-7EB00F589A87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FBEE88D-7D31-9537-F74F-436D683CC822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1.  WordManager 클래스  —  </a:t>
            </a:r>
            <a:r>
              <a:rPr lang="ko-KR" alt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코드 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(2)</a:t>
            </a:r>
            <a:endParaRPr lang="en-US" sz="180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E96A9B5D-8793-9537-5B50-DB0E1DBD0D34}"/>
              </a:ext>
            </a:extLst>
          </p:cNvPr>
          <p:cNvSpPr/>
          <p:nvPr/>
        </p:nvSpPr>
        <p:spPr>
          <a:xfrm>
            <a:off x="274320" y="759033"/>
            <a:ext cx="11795760" cy="5155469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645AC520-3002-4251-0180-8426A475167C}"/>
              </a:ext>
            </a:extLst>
          </p:cNvPr>
          <p:cNvSpPr/>
          <p:nvPr/>
        </p:nvSpPr>
        <p:spPr>
          <a:xfrm>
            <a:off x="274320" y="759033"/>
            <a:ext cx="11795760" cy="5155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</a:t>
            </a:r>
            <a:r>
              <a:rPr lang="en-US" sz="12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코드 작성 화면 캡처</a:t>
            </a:r>
            <a:r>
              <a:rPr lang="en-US" sz="10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(VS Code 또는 IDE에서 작성한 WordManager 전체 코드를 여기에 붙여넣으시오)</a:t>
            </a:r>
            <a:endParaRPr lang="en-US" sz="140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6A80B5D7-1EF2-2353-BC46-92FF73A32EA0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6FED6005-B15E-FA44-0CAB-6E0DD2BBE359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</a:t>
            </a:r>
            <a:endParaRPr lang="en-US" altLang="ko-KR" sz="800" dirty="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69637423-4BC8-4591-B715-DFABEC5B85F1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6</a:t>
            </a:r>
            <a:endParaRPr lang="en-US" sz="850" dirty="0"/>
          </a:p>
        </p:txBody>
      </p:sp>
      <p:sp>
        <p:nvSpPr>
          <p:cNvPr id="24" name="Shape 52">
            <a:extLst>
              <a:ext uri="{FF2B5EF4-FFF2-40B4-BE49-F238E27FC236}">
                <a16:creationId xmlns:a16="http://schemas.microsoft.com/office/drawing/2014/main" id="{41F06ECF-9189-8642-3381-456259D343F8}"/>
              </a:ext>
            </a:extLst>
          </p:cNvPr>
          <p:cNvSpPr/>
          <p:nvPr/>
        </p:nvSpPr>
        <p:spPr>
          <a:xfrm>
            <a:off x="182880" y="6007527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53">
            <a:extLst>
              <a:ext uri="{FF2B5EF4-FFF2-40B4-BE49-F238E27FC236}">
                <a16:creationId xmlns:a16="http://schemas.microsoft.com/office/drawing/2014/main" id="{A0588F1F-6274-0038-4979-7CF2D2E3A309}"/>
              </a:ext>
            </a:extLst>
          </p:cNvPr>
          <p:cNvSpPr/>
          <p:nvPr/>
        </p:nvSpPr>
        <p:spPr>
          <a:xfrm>
            <a:off x="320040" y="6007527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구문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오류(Syntax Error) 없이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실행되어야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합니다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0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E9A5E2D-8240-4F26-B1E3-869E057601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" y="640080"/>
            <a:ext cx="6716062" cy="524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829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1.  WordManager 클래스  —  실행 </a:t>
            </a:r>
            <a:r>
              <a:rPr lang="en-US" sz="1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(3)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단어 3개 추가 → 목록 확인 → 내림차순 Z→A 정렬 결과를 캡처하여 붙여넣으시오.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" y="1005840"/>
            <a:ext cx="58064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과정  —  단어 추가 &amp; 목록 확인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" y="1408176"/>
            <a:ext cx="5806440" cy="423367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74320" y="3020074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단어 추가 &amp; 목록 확인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결과 캡처를 붙여넣으시오.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53912" y="1005840"/>
            <a:ext cx="580644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245352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과정  —  내림차순 정렬 (Z→A)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53912" y="1408176"/>
            <a:ext cx="5806440" cy="423367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245352" y="3020074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내림차순 정렬 실행 결과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캡처를 붙여넣으시오.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" y="5733288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20040" y="5733288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두 실행 결과 모두 캡처하여 붙여넣어야 합니다.  reverse=True가 올바르게 동작해야 만점 인정.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</a:t>
            </a:r>
            <a:endParaRPr lang="en-US" altLang="ko-KR" sz="8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CC29F5E2-0515-4042-BF51-51650F81D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408176"/>
            <a:ext cx="2657846" cy="1476581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94E9FEB7-4ED9-4926-B45A-FB671D1072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461" y="3178875"/>
            <a:ext cx="2772162" cy="1019317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7CA1A916-8A20-427F-A49C-8630E113C9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062" y="1418710"/>
            <a:ext cx="2753109" cy="10669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2.  CSV 파일 저장 / 읽기  —  코드 빈칸 채우기  (1)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 ⑤~⑧를 완성하고, 각 단계별 실행 결과를 캡처하여 순서대로 붙여넣으시오.  |  배점 50점</a:t>
            </a:r>
            <a:endParaRPr lang="en-US" sz="1150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9478F28-58FD-A4E0-0890-6A9E9F538163}"/>
              </a:ext>
            </a:extLst>
          </p:cNvPr>
          <p:cNvGrpSpPr>
            <a:grpSpLocks/>
          </p:cNvGrpSpPr>
          <p:nvPr/>
        </p:nvGrpSpPr>
        <p:grpSpPr>
          <a:xfrm>
            <a:off x="204216" y="3320822"/>
            <a:ext cx="2733294" cy="2623962"/>
            <a:chOff x="137160" y="1005840"/>
            <a:chExt cx="2286000" cy="2194560"/>
          </a:xfrm>
        </p:grpSpPr>
        <p:sp>
          <p:nvSpPr>
            <p:cNvPr id="7" name="Shape 5"/>
            <p:cNvSpPr/>
            <p:nvPr/>
          </p:nvSpPr>
          <p:spPr>
            <a:xfrm>
              <a:off x="137160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Shape 6"/>
            <p:cNvSpPr/>
            <p:nvPr/>
          </p:nvSpPr>
          <p:spPr>
            <a:xfrm>
              <a:off x="137160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210312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 8"/>
            <p:cNvSpPr/>
            <p:nvPr/>
          </p:nvSpPr>
          <p:spPr>
            <a:xfrm>
              <a:off x="210312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⑤</a:t>
              </a:r>
              <a:endParaRPr lang="en-US" sz="16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530352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컬럼명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자동 추출</a:t>
              </a:r>
              <a:endParaRPr lang="en-US" sz="9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210312" y="1417319"/>
              <a:ext cx="2139696" cy="1674223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 11"/>
            <p:cNvSpPr/>
            <p:nvPr/>
          </p:nvSpPr>
          <p:spPr>
            <a:xfrm>
              <a:off x="301752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DE381F2-8395-81B6-CCA9-D810518ECA7D}"/>
              </a:ext>
            </a:extLst>
          </p:cNvPr>
          <p:cNvGrpSpPr/>
          <p:nvPr/>
        </p:nvGrpSpPr>
        <p:grpSpPr>
          <a:xfrm>
            <a:off x="2544318" y="1005840"/>
            <a:ext cx="2743200" cy="2633472"/>
            <a:chOff x="2544318" y="1005840"/>
            <a:chExt cx="2286000" cy="2194560"/>
          </a:xfrm>
        </p:grpSpPr>
        <p:sp>
          <p:nvSpPr>
            <p:cNvPr id="16" name="Shape 14"/>
            <p:cNvSpPr/>
            <p:nvPr/>
          </p:nvSpPr>
          <p:spPr>
            <a:xfrm>
              <a:off x="2544318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Shape 15"/>
            <p:cNvSpPr/>
            <p:nvPr/>
          </p:nvSpPr>
          <p:spPr>
            <a:xfrm>
              <a:off x="2544318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Shape 16"/>
            <p:cNvSpPr/>
            <p:nvPr/>
          </p:nvSpPr>
          <p:spPr>
            <a:xfrm>
              <a:off x="2617470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 17"/>
            <p:cNvSpPr/>
            <p:nvPr/>
          </p:nvSpPr>
          <p:spPr>
            <a:xfrm>
              <a:off x="2617470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⑥</a:t>
              </a:r>
              <a:endParaRPr lang="en-US" sz="16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2937510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전체 데이터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저장</a:t>
              </a:r>
              <a:endParaRPr lang="en-US" sz="9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2617470" y="1417320"/>
              <a:ext cx="2139696" cy="1674222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 20"/>
            <p:cNvSpPr/>
            <p:nvPr/>
          </p:nvSpPr>
          <p:spPr>
            <a:xfrm>
              <a:off x="2708910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CC680ACC-628C-FAAE-83F6-E939063998B5}"/>
              </a:ext>
            </a:extLst>
          </p:cNvPr>
          <p:cNvGrpSpPr/>
          <p:nvPr/>
        </p:nvGrpSpPr>
        <p:grpSpPr>
          <a:xfrm>
            <a:off x="4951475" y="3311312"/>
            <a:ext cx="2743200" cy="2633472"/>
            <a:chOff x="4951476" y="1005840"/>
            <a:chExt cx="2286000" cy="2194560"/>
          </a:xfrm>
        </p:grpSpPr>
        <p:sp>
          <p:nvSpPr>
            <p:cNvPr id="25" name="Shape 23"/>
            <p:cNvSpPr/>
            <p:nvPr/>
          </p:nvSpPr>
          <p:spPr>
            <a:xfrm>
              <a:off x="4951476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Shape 24"/>
            <p:cNvSpPr/>
            <p:nvPr/>
          </p:nvSpPr>
          <p:spPr>
            <a:xfrm>
              <a:off x="4951476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Shape 25"/>
            <p:cNvSpPr/>
            <p:nvPr/>
          </p:nvSpPr>
          <p:spPr>
            <a:xfrm>
              <a:off x="5024628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 26"/>
            <p:cNvSpPr/>
            <p:nvPr/>
          </p:nvSpPr>
          <p:spPr>
            <a:xfrm>
              <a:off x="5024628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⑦</a:t>
              </a:r>
              <a:endParaRPr lang="en-US" sz="16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5344668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파일 객체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전달</a:t>
              </a:r>
              <a:endParaRPr lang="en-US" sz="9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5024628" y="1417320"/>
              <a:ext cx="2139696" cy="1674222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 29"/>
            <p:cNvSpPr/>
            <p:nvPr/>
          </p:nvSpPr>
          <p:spPr>
            <a:xfrm>
              <a:off x="5116068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F4762D7-49F6-3B12-3E2E-1C848077D563}"/>
              </a:ext>
            </a:extLst>
          </p:cNvPr>
          <p:cNvGrpSpPr/>
          <p:nvPr/>
        </p:nvGrpSpPr>
        <p:grpSpPr>
          <a:xfrm>
            <a:off x="7358634" y="1005840"/>
            <a:ext cx="2743200" cy="2633472"/>
            <a:chOff x="7358634" y="1005840"/>
            <a:chExt cx="2286000" cy="2194560"/>
          </a:xfrm>
        </p:grpSpPr>
        <p:sp>
          <p:nvSpPr>
            <p:cNvPr id="34" name="Shape 32"/>
            <p:cNvSpPr/>
            <p:nvPr/>
          </p:nvSpPr>
          <p:spPr>
            <a:xfrm>
              <a:off x="7358634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Shape 33"/>
            <p:cNvSpPr/>
            <p:nvPr/>
          </p:nvSpPr>
          <p:spPr>
            <a:xfrm>
              <a:off x="7358634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Shape 34"/>
            <p:cNvSpPr/>
            <p:nvPr/>
          </p:nvSpPr>
          <p:spPr>
            <a:xfrm>
              <a:off x="7431786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Text 35"/>
            <p:cNvSpPr/>
            <p:nvPr/>
          </p:nvSpPr>
          <p:spPr>
            <a:xfrm>
              <a:off x="7431786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⑧</a:t>
              </a:r>
              <a:endParaRPr lang="en-US" sz="16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7751826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리스트로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변환 반환</a:t>
              </a:r>
              <a:endParaRPr lang="en-US" sz="9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7431786" y="1417320"/>
              <a:ext cx="2139696" cy="1674222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Text 38"/>
            <p:cNvSpPr/>
            <p:nvPr/>
          </p:nvSpPr>
          <p:spPr>
            <a:xfrm>
              <a:off x="7523226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sp>
        <p:nvSpPr>
          <p:cNvPr id="54" name="Shape 52"/>
          <p:cNvSpPr/>
          <p:nvPr/>
        </p:nvSpPr>
        <p:spPr>
          <a:xfrm>
            <a:off x="182880" y="5991688"/>
            <a:ext cx="1188720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320040" y="5991688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students.csv 파일이 정상 생성되고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읽혀야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합니다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</a:t>
            </a:r>
            <a:endParaRPr lang="en-US" altLang="ko-KR" sz="800" dirty="0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5CD90A88-F928-C9F7-CFDA-406371301EC4}"/>
              </a:ext>
            </a:extLst>
          </p:cNvPr>
          <p:cNvGrpSpPr/>
          <p:nvPr/>
        </p:nvGrpSpPr>
        <p:grpSpPr>
          <a:xfrm>
            <a:off x="9201352" y="3311312"/>
            <a:ext cx="2743200" cy="2633472"/>
            <a:chOff x="9765792" y="1005840"/>
            <a:chExt cx="2286000" cy="2194560"/>
          </a:xfrm>
        </p:grpSpPr>
        <p:sp>
          <p:nvSpPr>
            <p:cNvPr id="43" name="Shape 41"/>
            <p:cNvSpPr/>
            <p:nvPr/>
          </p:nvSpPr>
          <p:spPr>
            <a:xfrm>
              <a:off x="9765792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4" name="Shape 42"/>
            <p:cNvSpPr/>
            <p:nvPr/>
          </p:nvSpPr>
          <p:spPr>
            <a:xfrm>
              <a:off x="9765792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Shape 43"/>
            <p:cNvSpPr/>
            <p:nvPr/>
          </p:nvSpPr>
          <p:spPr>
            <a:xfrm>
              <a:off x="9838944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" name="Text 44"/>
            <p:cNvSpPr/>
            <p:nvPr/>
          </p:nvSpPr>
          <p:spPr>
            <a:xfrm>
              <a:off x="9838944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⑨</a:t>
              </a:r>
              <a:endParaRPr lang="en-US" sz="1600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10158984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전체 코드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실행 확인</a:t>
              </a:r>
              <a:endParaRPr lang="en-US" sz="90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9838944" y="1417320"/>
              <a:ext cx="2139696" cy="1674222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9" name="Text 47"/>
            <p:cNvSpPr/>
            <p:nvPr/>
          </p:nvSpPr>
          <p:spPr>
            <a:xfrm>
              <a:off x="9930384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sp>
        <p:nvSpPr>
          <p:cNvPr id="58" name="Text 56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6</a:t>
            </a:r>
            <a:endParaRPr lang="en-US" sz="850" dirty="0"/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F22B1DDB-B2AF-4395-AB44-6030F7175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77" y="3812814"/>
            <a:ext cx="4095553" cy="724001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732F5BFF-2C8D-44B5-B70C-F5810B3F08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9011" y="1522315"/>
            <a:ext cx="4477375" cy="257211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F1121143-0166-4E28-9CEE-7350A274D9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4874" y="3863070"/>
            <a:ext cx="4124901" cy="209579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BB3305DE-EF66-4C46-8461-35F4314397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1843" y="1538753"/>
            <a:ext cx="4048690" cy="209579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F37D3161-B49C-46D6-A29C-65031F6F76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0879" y="3836265"/>
            <a:ext cx="3381847" cy="10002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CEC67-2D1F-7CA5-E24A-2C5AB82B8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DA6F623-BD68-AEEA-01B7-CD8A1CF02527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9DF684F-FE5F-8E2C-A422-455E55B8E220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F8FE94C-3796-6163-E5D4-64DDE889C8F1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57F1325-E308-DF16-E4EC-3A4F9EDDA87A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2.  CSV 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/ 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읽기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</a:t>
            </a:r>
            <a:r>
              <a:rPr lang="ko-KR" alt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코드 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(2)</a:t>
            </a:r>
            <a:endParaRPr lang="en-US" sz="180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0EE66363-07C7-8EA6-817F-D255B951E0A9}"/>
              </a:ext>
            </a:extLst>
          </p:cNvPr>
          <p:cNvSpPr/>
          <p:nvPr/>
        </p:nvSpPr>
        <p:spPr>
          <a:xfrm>
            <a:off x="274320" y="759033"/>
            <a:ext cx="11795760" cy="5155469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5BB37B95-1F6F-7D5E-2A46-74FAB6F1FCA3}"/>
              </a:ext>
            </a:extLst>
          </p:cNvPr>
          <p:cNvSpPr/>
          <p:nvPr/>
        </p:nvSpPr>
        <p:spPr>
          <a:xfrm>
            <a:off x="274320" y="759033"/>
            <a:ext cx="11795760" cy="5155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</a:t>
            </a:r>
            <a:r>
              <a:rPr lang="en-US" sz="12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코드 작성 화면 캡처</a:t>
            </a:r>
            <a:r>
              <a:rPr lang="en-US" sz="10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(VS Code 또는 IDE에서 작성한 WordManager 전체 코드를 여기에 붙여넣으시오)</a:t>
            </a:r>
            <a:endParaRPr lang="en-US" sz="140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FCA49B15-5C09-B9BD-A56C-8F2D9077A515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E239865A-666E-F607-593B-B367F1EA71D1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</a:t>
            </a:r>
            <a:endParaRPr lang="en-US" altLang="ko-KR" sz="800" dirty="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30664954-A77E-1FC9-CD4D-4AE11510D1A6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6</a:t>
            </a:r>
            <a:endParaRPr lang="en-US" sz="850" dirty="0"/>
          </a:p>
        </p:txBody>
      </p:sp>
      <p:sp>
        <p:nvSpPr>
          <p:cNvPr id="24" name="Shape 52">
            <a:extLst>
              <a:ext uri="{FF2B5EF4-FFF2-40B4-BE49-F238E27FC236}">
                <a16:creationId xmlns:a16="http://schemas.microsoft.com/office/drawing/2014/main" id="{E36EB857-B069-64E9-F6DF-198F98D8DFB2}"/>
              </a:ext>
            </a:extLst>
          </p:cNvPr>
          <p:cNvSpPr/>
          <p:nvPr/>
        </p:nvSpPr>
        <p:spPr>
          <a:xfrm>
            <a:off x="182880" y="6007527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53">
            <a:extLst>
              <a:ext uri="{FF2B5EF4-FFF2-40B4-BE49-F238E27FC236}">
                <a16:creationId xmlns:a16="http://schemas.microsoft.com/office/drawing/2014/main" id="{DAC5E380-8EF8-5118-595F-5220ACD0092E}"/>
              </a:ext>
            </a:extLst>
          </p:cNvPr>
          <p:cNvSpPr/>
          <p:nvPr/>
        </p:nvSpPr>
        <p:spPr>
          <a:xfrm>
            <a:off x="320040" y="6007527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구문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오류(Syntax Error) 없이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실행되어야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합니다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0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CDA2DB1-514C-4C38-8525-8400FE00E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705919"/>
            <a:ext cx="6268325" cy="5208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512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2.  CSV 파일 저장 / 읽기  —  실행 </a:t>
            </a:r>
            <a:r>
              <a:rPr lang="en-US" sz="1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</a:t>
            </a:r>
            <a:r>
              <a:rPr 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students.csv 파일 생성 확인 + 콘솔 출력(읽기 결과)를 캡처하여 붙여넣으시오.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" y="1005840"/>
            <a:ext cx="58064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결과 (1)  —  students.csv 파일 저장 확인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" y="1408176"/>
            <a:ext cx="5806440" cy="423367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74320" y="3206120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students.csv 파일 내용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또는 파탐색기에서 파일 확인 캡처를 붙여넣으시오.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53912" y="1005840"/>
            <a:ext cx="580644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245352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결과 (2)  —  콘솔 출력 (읽기 결과)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53912" y="1408176"/>
            <a:ext cx="5806440" cy="423367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245352" y="3206120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콘솔 출력 실행 결과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캡처를 붙여넣으시오.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" y="5733288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20040" y="5733288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CSV 저장 결과와 읽기 결과 모두 캡처하여 붙여넣어야 합니다.  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</a:t>
            </a:r>
            <a:endParaRPr lang="en-US" altLang="ko-KR" sz="8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6</a:t>
            </a:r>
            <a:endParaRPr lang="en-US" sz="85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848CA2D-52B9-45A4-9A23-5D6C2D767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604756"/>
            <a:ext cx="3724795" cy="329184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679B6AAB-8FA8-4262-BE84-1300F63E85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961045"/>
            <a:ext cx="2210108" cy="1209844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7D7AC31D-F4A4-4B16-8BC6-765972A63A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2682" y="1464821"/>
            <a:ext cx="3353268" cy="10097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610</Words>
  <Application>Microsoft Office PowerPoint</Application>
  <PresentationFormat>와이드스크린</PresentationFormat>
  <Paragraphs>96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18</cp:revision>
  <dcterms:created xsi:type="dcterms:W3CDTF">2026-03-10T17:23:29Z</dcterms:created>
  <dcterms:modified xsi:type="dcterms:W3CDTF">2026-06-01T00:49:52Z</dcterms:modified>
</cp:coreProperties>
</file>