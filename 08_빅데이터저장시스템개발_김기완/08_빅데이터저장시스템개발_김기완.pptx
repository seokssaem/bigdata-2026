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2026-07-10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Kimgiwan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887975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빅데이터저장시스템개발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</a:t>
            </a:r>
            <a:r>
              <a:rPr lang="en-US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altLang="ko-KR" sz="1000" dirty="0" err="1">
                <a:solidFill>
                  <a:srgbClr val="1F3864"/>
                </a:solidFill>
                <a:latin typeface="Consolas" pitchFamily="34" charset="0"/>
              </a:rPr>
              <a:t>postgreSQL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</a:rPr>
              <a:t>에서 결과로 나온 테이블 </a:t>
            </a:r>
            <a:r>
              <a:rPr lang="ko-KR" altLang="en-US" sz="1000" dirty="0" err="1">
                <a:solidFill>
                  <a:srgbClr val="1F3864"/>
                </a:solidFill>
                <a:latin typeface="Consolas" pitchFamily="34" charset="0"/>
              </a:rPr>
              <a:t>캡쳐본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</a:t>
            </a:r>
            <a:r>
              <a:rPr lang="en-US" altLang="ko-KR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models.py, database.py, loader.py, verify.py, pipeline.py, README.md(ERD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포함하면 추가 점수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) 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38137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개발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EBE04B7-6DB8-4A2C-8B6B-927B1F88F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47" y="0"/>
            <a:ext cx="9001388" cy="467816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15C23A1-5046-4EE0-8DE7-9A60D17D5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172" y="4085438"/>
            <a:ext cx="5191850" cy="25149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2DA7BC-7258-4C35-A93F-C704069C7FB6}"/>
              </a:ext>
            </a:extLst>
          </p:cNvPr>
          <p:cNvSpPr txBox="1"/>
          <p:nvPr/>
        </p:nvSpPr>
        <p:spPr>
          <a:xfrm>
            <a:off x="9272909" y="1656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F013F6-7ECE-4E96-A940-819996C2E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80" y="755226"/>
            <a:ext cx="10307488" cy="51346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DD5942-7AB7-46AB-B8EF-5FEFEB2140D7}"/>
              </a:ext>
            </a:extLst>
          </p:cNvPr>
          <p:cNvSpPr txBox="1"/>
          <p:nvPr/>
        </p:nvSpPr>
        <p:spPr>
          <a:xfrm>
            <a:off x="4096902" y="276946"/>
            <a:ext cx="1153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modles.py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E140D7A-2D6C-401F-8EAD-4F0AE4B12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25" y="922789"/>
            <a:ext cx="8430802" cy="47536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BD313B-FD38-4763-9376-A675957134AD}"/>
              </a:ext>
            </a:extLst>
          </p:cNvPr>
          <p:cNvSpPr txBox="1"/>
          <p:nvPr/>
        </p:nvSpPr>
        <p:spPr>
          <a:xfrm>
            <a:off x="3400615" y="402672"/>
            <a:ext cx="131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database.py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5473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8305583-AB53-4DA0-B037-13F78C75F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213" y="-58723"/>
            <a:ext cx="6536094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860EA3-8DDF-4192-BE4D-967AAFFBE801}"/>
              </a:ext>
            </a:extLst>
          </p:cNvPr>
          <p:cNvSpPr txBox="1"/>
          <p:nvPr/>
        </p:nvSpPr>
        <p:spPr>
          <a:xfrm>
            <a:off x="179243" y="201228"/>
            <a:ext cx="1046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loader.py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0703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8D0728-7434-4443-B076-AC933A788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845" y="-167780"/>
            <a:ext cx="611393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00C184-E892-4538-9CB9-CCDD3D8DFE56}"/>
              </a:ext>
            </a:extLst>
          </p:cNvPr>
          <p:cNvSpPr txBox="1"/>
          <p:nvPr/>
        </p:nvSpPr>
        <p:spPr>
          <a:xfrm>
            <a:off x="355412" y="385894"/>
            <a:ext cx="97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verify.py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99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EF7E10-11B2-420F-A8BE-83ABFCC30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921" y="570451"/>
            <a:ext cx="6154009" cy="43154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2AAAFD-D146-4F29-B53D-058C0404C60E}"/>
              </a:ext>
            </a:extLst>
          </p:cNvPr>
          <p:cNvSpPr txBox="1"/>
          <p:nvPr/>
        </p:nvSpPr>
        <p:spPr>
          <a:xfrm>
            <a:off x="3820065" y="66896"/>
            <a:ext cx="1222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pipeline.py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5295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09F0E12-6E18-4277-811B-2E82042C0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6657"/>
            <a:ext cx="12192000" cy="27815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BB4A92-C74D-4486-8E7C-F5F6545B8EDB}"/>
              </a:ext>
            </a:extLst>
          </p:cNvPr>
          <p:cNvSpPr txBox="1"/>
          <p:nvPr/>
        </p:nvSpPr>
        <p:spPr>
          <a:xfrm>
            <a:off x="5137136" y="276620"/>
            <a:ext cx="1368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README.md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303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128</Words>
  <Application>Microsoft Office PowerPoint</Application>
  <PresentationFormat>와이드스크린</PresentationFormat>
  <Paragraphs>18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21</cp:revision>
  <dcterms:created xsi:type="dcterms:W3CDTF">2026-03-10T17:23:29Z</dcterms:created>
  <dcterms:modified xsi:type="dcterms:W3CDTF">2026-07-10T02:01:46Z</dcterms:modified>
</cp:coreProperties>
</file>