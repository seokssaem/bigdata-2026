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시각화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2026-08-19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14_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빅데이터분석결과시각화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결과 시각화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2001010509_21v4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787111-8853-48F6-A211-1FB6A314D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14" y="0"/>
            <a:ext cx="11098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302ADD-951F-4132-BB73-8606643BE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560" y="0"/>
            <a:ext cx="7594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5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733609-252A-459D-A788-BB711B83D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0" y="204815"/>
            <a:ext cx="5880289" cy="29578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BBE96C-7CC3-4001-BB16-F16AC09D6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820" y="2815869"/>
            <a:ext cx="8514826" cy="35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90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BF179F-36A7-4E2A-B8F9-2E5B71DEF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484" y="0"/>
            <a:ext cx="7995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7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40B8E7-FE43-4FF7-9F20-68E1C02A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226"/>
            <a:ext cx="12192000" cy="642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0AA78E-655C-4270-A23A-AA60F3851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189" y="0"/>
            <a:ext cx="6873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65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24E713-4ADC-4466-AD24-70CCEABA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920" y="0"/>
            <a:ext cx="7356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80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72840F-E850-43C3-BE90-D669B48CC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682" y="0"/>
            <a:ext cx="7654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48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0F56D6-DAB6-4687-833E-D2875C4A8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146" y="0"/>
            <a:ext cx="75317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74A1B7-5F92-4637-AE19-040619C8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075" y="0"/>
            <a:ext cx="65698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63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67</Words>
  <Application>Microsoft Office PowerPoint</Application>
  <PresentationFormat>와이드스크린</PresentationFormat>
  <Paragraphs>10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25</cp:revision>
  <dcterms:created xsi:type="dcterms:W3CDTF">2026-03-10T17:23:29Z</dcterms:created>
  <dcterms:modified xsi:type="dcterms:W3CDTF">2026-08-19T01:10:20Z</dcterms:modified>
</cp:coreProperties>
</file>