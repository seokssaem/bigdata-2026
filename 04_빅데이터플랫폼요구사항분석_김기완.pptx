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1" r:id="rId4"/>
    <p:sldId id="263" r:id="rId5"/>
    <p:sldId id="264" r:id="rId6"/>
    <p:sldId id="26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C4D-32F2-230B-1FF2-BCF09993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FF6B-F8B7-30AE-8315-E61C33DB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BDE6-E546-40EB-8BD7-0C6C2CF8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365D-1677-4834-EDA5-AED44E895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C8DA-2407-8F64-4305-B7EB6588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24333-70B4-0486-5471-71B39E739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17CF-0E0A-70FD-1EEF-25D856E4A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C01A-1F23-561C-B26D-FDD3E5919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32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6A81-DB18-197C-7AC5-37391398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2EBCF-7446-CCBB-9B01-02923DEE1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05962-16C3-12EA-47FD-089F49E7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D05D9-BA22-692C-91AB-F1C2EE450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24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9DF8-A185-9FF7-DE1C-B50A8C4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CCA0-BE68-2891-6D14-E1C5A999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8475-5ADB-8A4D-6644-856CFA77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0B40-0A8C-BFCF-81E8-6051DB71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AF3F-70D5-48DB-FBE3-2C40F446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91A8-A2D0-610A-DD99-FA652F31E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F791-81FD-4EBE-7FA5-9C94E0328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5CFD6-258C-A543-024B-2BDDBDCFC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  (2001020428_23v4)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 업로드 및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2026-06-09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04_빅데이터플랫폼요구사항분석_이름.pptx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요구사항 분석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0A0-D598-5FCD-224F-B06380B9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8E2191-7532-0762-ECF5-F9803C4155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BA80C4-1459-622D-40FC-28FE33E9078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96330B-970A-FF36-5676-B85BB624CE7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33E57-16AA-A90D-BADC-15BDA5AC5510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3CD0D-B0EB-E64D-CEE5-3EB40EEFE450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활용한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7DD3EE-F7EF-D940-C6A1-A9ADA47FF39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52D5B-1BDB-F598-0ECC-0C431D407C7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9515B9-0022-AA0F-39D7-458615D4575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b="1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한국공항공사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_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공항 혼잡도 정보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_GW</a:t>
            </a:r>
            <a:endParaRPr lang="en-US" altLang="ko-KR" b="1" dirty="0"/>
          </a:p>
          <a:p>
            <a:r>
              <a:rPr lang="en-US" altLang="ko-KR" dirty="0"/>
              <a:t>https://www.data.go.kr/data/15159598/openapi.do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목적</a:t>
            </a:r>
            <a:endParaRPr lang="en-US" altLang="ko-KR" dirty="0"/>
          </a:p>
          <a:p>
            <a:r>
              <a:rPr lang="ko-KR" altLang="en-US" dirty="0"/>
              <a:t>한국항공사 공공데이터 </a:t>
            </a:r>
            <a:r>
              <a:rPr lang="en-US" altLang="ko-KR" dirty="0"/>
              <a:t>API</a:t>
            </a:r>
            <a:r>
              <a:rPr lang="ko-KR" altLang="en-US" dirty="0"/>
              <a:t>를 활용하여 </a:t>
            </a:r>
            <a:r>
              <a:rPr lang="ko-KR" altLang="en-US" dirty="0" err="1"/>
              <a:t>공항별</a:t>
            </a:r>
            <a:r>
              <a:rPr lang="en-US" altLang="ko-KR" dirty="0"/>
              <a:t>·</a:t>
            </a:r>
            <a:r>
              <a:rPr lang="ko-KR" altLang="en-US" dirty="0"/>
              <a:t>시간대별 예상승객 데이터를 수집 및 분석하고</a:t>
            </a:r>
            <a:r>
              <a:rPr lang="en-US" altLang="ko-KR" dirty="0"/>
              <a:t>, </a:t>
            </a:r>
            <a:r>
              <a:rPr lang="ko-KR" altLang="en-US" dirty="0"/>
              <a:t>이용객들이 대기시간이 짧은 요일과 시간대를 선택할 수 있도록 정보를 제공한다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사용자</a:t>
            </a:r>
            <a:endParaRPr lang="en-US" altLang="ko-KR" dirty="0"/>
          </a:p>
          <a:p>
            <a:r>
              <a:rPr lang="ko-KR" altLang="en-US" dirty="0"/>
              <a:t>사용자</a:t>
            </a:r>
            <a:r>
              <a:rPr lang="en-US" altLang="ko-KR" dirty="0"/>
              <a:t>1 : </a:t>
            </a:r>
            <a:r>
              <a:rPr lang="ko-KR" altLang="en-US" dirty="0"/>
              <a:t>공항 이용 시 예상승객 정보를 조회하는 일반 여행객</a:t>
            </a:r>
            <a:endParaRPr lang="en-US" altLang="ko-KR" dirty="0"/>
          </a:p>
          <a:p>
            <a:r>
              <a:rPr lang="ko-KR" altLang="en-US" dirty="0"/>
              <a:t>사용자</a:t>
            </a:r>
            <a:r>
              <a:rPr lang="en-US" altLang="ko-KR" dirty="0"/>
              <a:t>2 : </a:t>
            </a:r>
            <a:r>
              <a:rPr lang="ko-KR" altLang="en-US" dirty="0" err="1"/>
              <a:t>공항별</a:t>
            </a:r>
            <a:r>
              <a:rPr lang="ko-KR" altLang="en-US" dirty="0"/>
              <a:t> 예상승객 현황을 모니터링하는 한국항공사 운영 담당자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2ECAEC-8899-6C30-4847-3F054DA664A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2DD11C-F92E-2E75-D820-ADE1B1E6DDD4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7885B9-111F-F4CD-3A64-DC5C167D2945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6351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BEE4-DD75-F1DF-FC17-B026F014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FE38E-C593-1C2B-BB44-9768F830FA3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FAC46-4564-9E6D-C662-8C4A033EF75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18E3C6-682F-1E66-2974-E29DA66EBC6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15F270-0BDE-A747-3B77-6429DF7FD678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7A78B7-8EFA-139A-7D49-61601D9DBD3C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68E452-A242-0CA9-7B22-6A0A7F9252ED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37109B-D614-0589-8477-6BBAB5F0DA55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BF5471-488E-8FA9-0D09-A2D104FF0CC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기능 요구사항</a:t>
            </a:r>
            <a:endParaRPr lang="en-US" altLang="ko-KR" dirty="0"/>
          </a:p>
          <a:p>
            <a:r>
              <a:rPr lang="en-US" altLang="ko-KR" dirty="0"/>
              <a:t>[Must Have]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공공데이터 </a:t>
            </a:r>
            <a:r>
              <a:rPr lang="en-US" altLang="ko-KR" dirty="0"/>
              <a:t>API</a:t>
            </a:r>
            <a:r>
              <a:rPr lang="ko-KR" altLang="en-US" dirty="0"/>
              <a:t>에서 전국 공항 일별 예상승객 데이터를 수집할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 err="1"/>
              <a:t>공항별</a:t>
            </a:r>
            <a:r>
              <a:rPr lang="en-US" altLang="ko-KR" dirty="0"/>
              <a:t>·</a:t>
            </a:r>
            <a:r>
              <a:rPr lang="ko-KR" altLang="en-US" dirty="0"/>
              <a:t>시간대별 예상승객을 차트로 조회할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특정 날짜의 예상승객 데이터를 날짜 기준으로 검색할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[Should Have]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혼잡도 기준</a:t>
            </a:r>
            <a:r>
              <a:rPr lang="en-US" altLang="ko-KR" dirty="0"/>
              <a:t> (</a:t>
            </a:r>
            <a:r>
              <a:rPr lang="ko-KR" altLang="en-US" dirty="0"/>
              <a:t>여유</a:t>
            </a:r>
            <a:r>
              <a:rPr lang="en-US" altLang="ko-KR" dirty="0"/>
              <a:t>/</a:t>
            </a:r>
            <a:r>
              <a:rPr lang="ko-KR" altLang="en-US" dirty="0"/>
              <a:t>보통</a:t>
            </a:r>
            <a:r>
              <a:rPr lang="en-US" altLang="ko-KR" dirty="0"/>
              <a:t>/</a:t>
            </a:r>
            <a:r>
              <a:rPr lang="ko-KR" altLang="en-US" dirty="0"/>
              <a:t>혼잡</a:t>
            </a:r>
            <a:r>
              <a:rPr lang="en-US" altLang="ko-KR" dirty="0"/>
              <a:t>)</a:t>
            </a:r>
            <a:r>
              <a:rPr lang="ko-KR" altLang="en-US" dirty="0"/>
              <a:t>으로 데이터를 필터링할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조회한 예상승객 분석 결과를 </a:t>
            </a:r>
            <a:r>
              <a:rPr lang="en-US" altLang="ko-KR" dirty="0"/>
              <a:t>CSV </a:t>
            </a:r>
            <a:r>
              <a:rPr lang="ko-KR" altLang="en-US" dirty="0"/>
              <a:t>파일로 다운로드할 수 있다</a:t>
            </a:r>
            <a:r>
              <a:rPr lang="en-US" altLang="ko-KR" dirty="0"/>
              <a:t>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645FAC-B216-72F6-FADD-94549E43171A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AE1E599-3B81-5810-07DA-60F854530287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FF0E69B-B5C7-7C87-8F7D-D6083BE0778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00874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B85-57A8-FFAA-CA5F-A9AEF89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6D403A-2425-A9F4-92EB-51568BE55DC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EA2A03-C0E8-FB4A-5B8C-E586AF8A698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930780-7BDB-1CA3-FB30-335A5A85D78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FD16C9-4678-E15B-5E44-56BA86491837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5B96CE-3EF2-42BB-D26D-7DDCF194B115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비가능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02F2A3-0874-431C-A47C-E1E42C72A21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376E76-EDFA-A628-B599-D92550F5D45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9B09326-88B7-18C1-375A-B4B966228DAD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 err="1"/>
              <a:t>비기능</a:t>
            </a:r>
            <a:r>
              <a:rPr lang="ko-KR" altLang="en-US" dirty="0"/>
              <a:t> 요구사항</a:t>
            </a:r>
            <a:endParaRPr lang="en-US" altLang="ko-KR" dirty="0"/>
          </a:p>
          <a:p>
            <a:r>
              <a:rPr lang="ko-KR" altLang="en-US" dirty="0"/>
              <a:t>응답시간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초 이내 </a:t>
            </a:r>
            <a:r>
              <a:rPr lang="en-US" altLang="ko-KR" dirty="0"/>
              <a:t>: </a:t>
            </a:r>
            <a:r>
              <a:rPr lang="ko-KR" altLang="en-US" dirty="0"/>
              <a:t>실시간 조회가 아닌 누적된 일별 통계 데이터를 바탕으로 검색하는 일반 웹서비스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처리량</a:t>
            </a:r>
            <a:endParaRPr lang="en-US" altLang="ko-KR" dirty="0"/>
          </a:p>
          <a:p>
            <a:r>
              <a:rPr lang="en-US" altLang="ko-KR" dirty="0"/>
              <a:t>10,000</a:t>
            </a:r>
            <a:r>
              <a:rPr lang="ko-KR" altLang="en-US" dirty="0"/>
              <a:t>건</a:t>
            </a:r>
            <a:r>
              <a:rPr lang="en-US" altLang="ko-KR" dirty="0"/>
              <a:t>/</a:t>
            </a:r>
            <a:r>
              <a:rPr lang="ko-KR" altLang="en-US" dirty="0"/>
              <a:t>일</a:t>
            </a:r>
            <a:r>
              <a:rPr lang="en-US" altLang="ko-KR" dirty="0"/>
              <a:t> : </a:t>
            </a:r>
            <a:r>
              <a:rPr lang="ko-KR" altLang="en-US" dirty="0"/>
              <a:t>전국 공항이용객을 대상으로 하므로 주말이나 휴가 시즌 등 특정 시간대에 요청이 급증하는 것에 대비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가용성</a:t>
            </a:r>
            <a:endParaRPr lang="en-US" altLang="ko-KR" dirty="0"/>
          </a:p>
          <a:p>
            <a:r>
              <a:rPr lang="en-US" altLang="ko-KR" dirty="0"/>
              <a:t>99% : </a:t>
            </a:r>
            <a:r>
              <a:rPr lang="ko-KR" altLang="en-US" dirty="0"/>
              <a:t>새벽 시간대에는 항공기 </a:t>
            </a:r>
            <a:r>
              <a:rPr lang="ko-KR" altLang="en-US" dirty="0" err="1"/>
              <a:t>미운행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갱신 주기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시간마다 </a:t>
            </a:r>
            <a:r>
              <a:rPr lang="en-US" altLang="ko-KR" dirty="0"/>
              <a:t>: </a:t>
            </a:r>
            <a:r>
              <a:rPr lang="ko-KR" altLang="en-US" dirty="0"/>
              <a:t>예상승객 데이터는 실시간보다 시간대별 패턴 파악이 목적</a:t>
            </a:r>
            <a:endParaRPr lang="en-US" altLang="ko-KR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FFFFE6-1463-9D3D-421E-876A78C49783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84BB34-C503-BCFA-7787-990B1A7F40FA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412FB0-3CC2-964B-79BE-F0F099F91C7D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4278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F0D8-3BE1-B9CD-15CC-E68BCC3A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0BDCB-EF3D-C980-55E8-E72D489F803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3791C-E5C8-A9A3-FF97-3AF15C0D242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DFF0A2-26FA-A614-F5E2-6E5772F2028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8D7E1-ABD2-5312-AA12-E8183410502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6B201B-A378-A8B0-A0ED-71CC073ACAD2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13372F-2D2A-1A89-2660-E530AE36818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E5CC28-ECD1-CE49-2573-0F056C08FCB2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C4324C-A067-B51C-D7AB-5B0CD212CC2E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데이터 흐름</a:t>
            </a:r>
            <a:endParaRPr lang="en-US" altLang="ko-KR" dirty="0"/>
          </a:p>
          <a:p>
            <a:r>
              <a:rPr lang="ko-KR" altLang="en-US" dirty="0"/>
              <a:t>수집 </a:t>
            </a:r>
            <a:r>
              <a:rPr lang="en-US" altLang="ko-KR" dirty="0"/>
              <a:t>: data.go.kr </a:t>
            </a:r>
            <a:r>
              <a:rPr lang="ko-KR" altLang="en-US" dirty="0"/>
              <a:t>한국항공사 일별 예상승객 </a:t>
            </a:r>
            <a:r>
              <a:rPr lang="en-US" altLang="ko-KR" dirty="0"/>
              <a:t>API</a:t>
            </a:r>
            <a:r>
              <a:rPr lang="ko-KR" altLang="en-US" dirty="0"/>
              <a:t>에서 </a:t>
            </a:r>
            <a:r>
              <a:rPr lang="en-US" altLang="ko-KR" dirty="0"/>
              <a:t>JSON </a:t>
            </a:r>
            <a:r>
              <a:rPr lang="ko-KR" altLang="en-US" dirty="0"/>
              <a:t>형식으로 수집</a:t>
            </a:r>
            <a:endParaRPr lang="en-US" altLang="ko-KR" dirty="0"/>
          </a:p>
          <a:p>
            <a:r>
              <a:rPr lang="ko-KR" altLang="en-US" dirty="0"/>
              <a:t>저장 </a:t>
            </a:r>
            <a:r>
              <a:rPr lang="en-US" altLang="ko-KR" dirty="0"/>
              <a:t>: DB</a:t>
            </a:r>
            <a:r>
              <a:rPr lang="ko-KR" altLang="en-US" dirty="0"/>
              <a:t>에 저장</a:t>
            </a:r>
            <a:endParaRPr lang="en-US" altLang="ko-KR" dirty="0"/>
          </a:p>
          <a:p>
            <a:r>
              <a:rPr lang="ko-KR" altLang="en-US" dirty="0"/>
              <a:t>처리 </a:t>
            </a:r>
            <a:r>
              <a:rPr lang="en-US" altLang="ko-KR" dirty="0"/>
              <a:t>: </a:t>
            </a:r>
            <a:r>
              <a:rPr lang="ko-KR" altLang="en-US" dirty="0" err="1"/>
              <a:t>결측값</a:t>
            </a:r>
            <a:r>
              <a:rPr lang="ko-KR" altLang="en-US" dirty="0"/>
              <a:t> 제거</a:t>
            </a:r>
            <a:r>
              <a:rPr lang="en-US" altLang="ko-KR" dirty="0"/>
              <a:t>, </a:t>
            </a:r>
            <a:r>
              <a:rPr lang="ko-KR" altLang="en-US" dirty="0"/>
              <a:t>수집 시간 컬럼 날짜</a:t>
            </a:r>
            <a:r>
              <a:rPr lang="en-US" altLang="ko-KR" dirty="0"/>
              <a:t>/</a:t>
            </a:r>
            <a:r>
              <a:rPr lang="ko-KR" altLang="en-US" dirty="0"/>
              <a:t>시간 형식으로 변환</a:t>
            </a:r>
            <a:r>
              <a:rPr lang="en-US" altLang="ko-KR" dirty="0"/>
              <a:t>, </a:t>
            </a:r>
            <a:r>
              <a:rPr lang="ko-KR" altLang="en-US" dirty="0"/>
              <a:t>중복 행 제거</a:t>
            </a:r>
            <a:endParaRPr lang="en-US" altLang="ko-KR" dirty="0"/>
          </a:p>
          <a:p>
            <a:r>
              <a:rPr lang="ko-KR" altLang="en-US" dirty="0"/>
              <a:t>분석 </a:t>
            </a:r>
            <a:r>
              <a:rPr lang="en-US" altLang="ko-KR" dirty="0"/>
              <a:t>: </a:t>
            </a:r>
            <a:r>
              <a:rPr lang="ko-KR" altLang="en-US" dirty="0" err="1"/>
              <a:t>공항별</a:t>
            </a:r>
            <a:r>
              <a:rPr lang="en-US" altLang="ko-KR" dirty="0"/>
              <a:t>/</a:t>
            </a:r>
            <a:r>
              <a:rPr lang="ko-KR" altLang="en-US" dirty="0"/>
              <a:t>시간대별 평균 예상승객 계산</a:t>
            </a:r>
            <a:r>
              <a:rPr lang="en-US" altLang="ko-KR" dirty="0"/>
              <a:t>, </a:t>
            </a:r>
            <a:r>
              <a:rPr lang="ko-KR" altLang="en-US" dirty="0"/>
              <a:t>피크 시간대 도출</a:t>
            </a:r>
            <a:endParaRPr lang="en-US" altLang="ko-KR" dirty="0"/>
          </a:p>
          <a:p>
            <a:r>
              <a:rPr lang="ko-KR" altLang="en-US" dirty="0"/>
              <a:t>제공 </a:t>
            </a:r>
            <a:r>
              <a:rPr lang="en-US" altLang="ko-KR" dirty="0"/>
              <a:t>: </a:t>
            </a:r>
            <a:r>
              <a:rPr lang="ko-KR" altLang="en-US" dirty="0"/>
              <a:t>웹 화면에서 막대 차트 및 표로 시각화 하여 제공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2300F4-2B7E-6517-BBF9-EB3834AFE3D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907DEE-EFF5-02BB-F734-1D12AFD18E3D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888D2-84A6-79D5-FB2A-E4032D22A42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93894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E299-EECC-161F-1E2C-C8D5CFFE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155508-B1A4-35AC-1C1A-8B864281141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B41FA6-8DE3-8055-4E59-F326547C9DA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E83824-D5F3-5C9B-7C1B-C440343CA75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4BB624-2F7A-FACB-5815-5F7AC26A16D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AC6C95-B234-8C1D-B61F-BE7BF3D527A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9369B1-9837-2629-5DA3-26E568056BA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5F17D2-B52F-9B7F-2136-961DEB01BEBD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D5B606-A75E-0CC2-3E24-AB5B16ACB190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데이터 관리</a:t>
            </a:r>
            <a:endParaRPr lang="en-US" altLang="ko-KR" dirty="0"/>
          </a:p>
          <a:p>
            <a:r>
              <a:rPr lang="ko-KR" altLang="en-US" dirty="0"/>
              <a:t>개인정보</a:t>
            </a:r>
            <a:endParaRPr lang="en-US" altLang="ko-KR" dirty="0"/>
          </a:p>
          <a:p>
            <a:r>
              <a:rPr lang="ko-KR" altLang="en-US" dirty="0"/>
              <a:t>해당 여부 </a:t>
            </a:r>
            <a:r>
              <a:rPr lang="en-US" altLang="ko-KR" dirty="0"/>
              <a:t>: </a:t>
            </a:r>
            <a:r>
              <a:rPr lang="ko-KR" altLang="en-US" dirty="0"/>
              <a:t>없음</a:t>
            </a:r>
            <a:endParaRPr lang="en-US" altLang="ko-KR" dirty="0"/>
          </a:p>
          <a:p>
            <a:r>
              <a:rPr lang="ko-KR" altLang="en-US" dirty="0"/>
              <a:t>수집 데이터는 공항코드</a:t>
            </a:r>
            <a:r>
              <a:rPr lang="en-US" altLang="ko-KR" dirty="0"/>
              <a:t>, </a:t>
            </a:r>
            <a:r>
              <a:rPr lang="ko-KR" altLang="en-US" dirty="0"/>
              <a:t>시간대</a:t>
            </a:r>
            <a:r>
              <a:rPr lang="en-US" altLang="ko-KR" dirty="0"/>
              <a:t>, </a:t>
            </a:r>
            <a:r>
              <a:rPr lang="ko-KR" altLang="en-US" dirty="0"/>
              <a:t>예상승객 수치로만 구성되며 특정 </a:t>
            </a:r>
            <a:r>
              <a:rPr lang="ko-KR" altLang="en-US" dirty="0" err="1"/>
              <a:t>개인을</a:t>
            </a:r>
            <a:r>
              <a:rPr lang="ko-KR" altLang="en-US" dirty="0"/>
              <a:t> 식별할 수 있는 정보가 포함되지 않음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품질 기준</a:t>
            </a:r>
            <a:endParaRPr lang="en-US" altLang="ko-KR" dirty="0"/>
          </a:p>
          <a:p>
            <a:r>
              <a:rPr lang="ko-KR" altLang="en-US" dirty="0" err="1"/>
              <a:t>결측치</a:t>
            </a:r>
            <a:r>
              <a:rPr lang="ko-KR" altLang="en-US" dirty="0"/>
              <a:t> 허용 비율 </a:t>
            </a:r>
            <a:r>
              <a:rPr lang="en-US" altLang="ko-KR" dirty="0"/>
              <a:t>: 1% </a:t>
            </a:r>
            <a:r>
              <a:rPr lang="ko-KR" altLang="en-US" dirty="0"/>
              <a:t>이하</a:t>
            </a:r>
            <a:r>
              <a:rPr lang="en-US" altLang="ko-KR" dirty="0"/>
              <a:t>, </a:t>
            </a:r>
            <a:r>
              <a:rPr lang="ko-KR" altLang="en-US" dirty="0"/>
              <a:t>초과 시 해당 행 제거</a:t>
            </a:r>
            <a:endParaRPr lang="en-US" altLang="ko-KR" dirty="0"/>
          </a:p>
          <a:p>
            <a:r>
              <a:rPr lang="ko-KR" altLang="en-US" dirty="0"/>
              <a:t>중복 데이터 기준 </a:t>
            </a:r>
            <a:r>
              <a:rPr lang="en-US" altLang="ko-KR" dirty="0"/>
              <a:t>: 0</a:t>
            </a:r>
            <a:r>
              <a:rPr lang="ko-KR" altLang="en-US" dirty="0"/>
              <a:t>건</a:t>
            </a:r>
            <a:r>
              <a:rPr lang="en-US" altLang="ko-KR" dirty="0"/>
              <a:t>, </a:t>
            </a:r>
            <a:r>
              <a:rPr lang="ko-KR" altLang="en-US" dirty="0"/>
              <a:t>동일 시간대</a:t>
            </a:r>
            <a:r>
              <a:rPr lang="en-US" altLang="ko-KR" dirty="0"/>
              <a:t>, </a:t>
            </a:r>
            <a:r>
              <a:rPr lang="ko-KR" altLang="en-US" dirty="0"/>
              <a:t>동일 공항 중복 수집 시 전량 제거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D069DC-B8F3-A49B-BD2C-B4C7304E7BD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C9F856-C2BE-123C-28FC-F96A0ED4AF9B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EAA385-73C4-1E4B-958C-691B8D5633A0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4808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626</Words>
  <Application>Microsoft Office PowerPoint</Application>
  <PresentationFormat>와이드스크린</PresentationFormat>
  <Paragraphs>87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Malgun Gothic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19</cp:revision>
  <dcterms:created xsi:type="dcterms:W3CDTF">2026-03-10T17:23:29Z</dcterms:created>
  <dcterms:modified xsi:type="dcterms:W3CDTF">2026-06-09T00:55:00Z</dcterms:modified>
</cp:coreProperties>
</file>