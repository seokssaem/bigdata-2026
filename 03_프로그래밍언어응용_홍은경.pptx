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:2026. 06. 01.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HongEunKyeong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782A41A-5C6B-4EE8-ACCC-0B92C4D4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12" y="2281984"/>
            <a:ext cx="1828800" cy="3429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6C181ED-0045-4330-A523-7A618B146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233" y="4339339"/>
            <a:ext cx="2562225" cy="2667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A3C1D92-B57C-4CCE-84FB-32543BD8C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135" y="4117859"/>
            <a:ext cx="2943225" cy="27622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66932CB-5AF2-4942-A576-D9B04DA77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872" y="2456331"/>
            <a:ext cx="2941056" cy="244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557C36-ABE4-4E27-BE1E-EA9327F04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616" y="758505"/>
            <a:ext cx="3846783" cy="568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E52CD8-CEE9-4699-A375-785FB4145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15" y="1444752"/>
            <a:ext cx="3822552" cy="41970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4A31BC4-7144-4461-9BC7-F546781D2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287" y="2717799"/>
            <a:ext cx="5303689" cy="1937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9E7BC6DB-7766-43E5-AE18-FC40F1B4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1" y="4554783"/>
            <a:ext cx="2152650" cy="28575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4461D4E-181E-468A-BC11-2F6DFCBD4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044" y="2213636"/>
            <a:ext cx="2152650" cy="24765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E4BAAA2-20C7-4A9D-8FBB-78ED9A7D3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879" y="4554783"/>
            <a:ext cx="2571750" cy="28575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A3498F50-5881-4CDE-A266-CEE4D0C0A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0464" y="2129239"/>
            <a:ext cx="1866900" cy="276225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E9175D0C-5B73-4AB1-A9F7-8A9C813B08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2864" y="4401438"/>
            <a:ext cx="2573905" cy="910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5A43B3-8E6C-4513-9E32-48AF4D5A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702" y="759033"/>
            <a:ext cx="561575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4279D0-5827-4128-A26F-47A68DCE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488" y="1903861"/>
            <a:ext cx="3842511" cy="336219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3088A3A-CF46-47C0-8B55-4DB865BB0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120246"/>
            <a:ext cx="5707171" cy="2019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616</Words>
  <Application>Microsoft Office PowerPoint</Application>
  <PresentationFormat>와이드스크린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2026-06-01T01:15:21Z</dcterms:modified>
</cp:coreProperties>
</file>