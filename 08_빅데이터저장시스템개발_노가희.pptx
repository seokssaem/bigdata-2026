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887975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빅데이터저장시스템개발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0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models.py, database.py, loader.py, verify.py, pipeline.py, README.md(ERD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포함하면 추가 점수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38137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68C7BC-7C25-41B3-AB66-A0D9FFAB1E97}"/>
              </a:ext>
            </a:extLst>
          </p:cNvPr>
          <p:cNvSpPr txBox="1"/>
          <p:nvPr/>
        </p:nvSpPr>
        <p:spPr>
          <a:xfrm>
            <a:off x="461394" y="327171"/>
            <a:ext cx="1232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README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2233EE-6741-4539-B343-81994CDF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28" y="847287"/>
            <a:ext cx="6077487" cy="55322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CA0302-1082-4330-86C2-93DC3CBCD5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797"/>
          <a:stretch/>
        </p:blipFill>
        <p:spPr>
          <a:xfrm>
            <a:off x="7744566" y="847287"/>
            <a:ext cx="3407115" cy="553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65AE7F-0BDF-4755-AD2A-4569199DDA4F}"/>
              </a:ext>
            </a:extLst>
          </p:cNvPr>
          <p:cNvSpPr txBox="1"/>
          <p:nvPr/>
        </p:nvSpPr>
        <p:spPr>
          <a:xfrm>
            <a:off x="461394" y="327171"/>
            <a:ext cx="1582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apt_deal.csv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D2F901-4934-49BD-B339-985839F4F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200150"/>
            <a:ext cx="66484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1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A39F3F-7CF9-4933-B90C-9BBBDA8DC98E}"/>
              </a:ext>
            </a:extLst>
          </p:cNvPr>
          <p:cNvSpPr txBox="1"/>
          <p:nvPr/>
        </p:nvSpPr>
        <p:spPr>
          <a:xfrm>
            <a:off x="461394" y="327171"/>
            <a:ext cx="1380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models.py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D3FCD3-D87D-45CE-87B1-FF11D4CE9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1066319"/>
            <a:ext cx="56007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7E7EFE-A825-41BA-AF00-E248FAFD4A7F}"/>
              </a:ext>
            </a:extLst>
          </p:cNvPr>
          <p:cNvSpPr txBox="1"/>
          <p:nvPr/>
        </p:nvSpPr>
        <p:spPr>
          <a:xfrm>
            <a:off x="461394" y="327171"/>
            <a:ext cx="1547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database.py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AF3607-40EA-47A2-8F2E-FD035F64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1628775"/>
            <a:ext cx="570547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4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1758C-C77C-4D2B-B1A9-9032D4B44564}"/>
              </a:ext>
            </a:extLst>
          </p:cNvPr>
          <p:cNvSpPr txBox="1"/>
          <p:nvPr/>
        </p:nvSpPr>
        <p:spPr>
          <a:xfrm>
            <a:off x="461394" y="327171"/>
            <a:ext cx="127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loader.py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D70BDB-0EDD-487F-9B5E-7AE9D49BB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157" y="442829"/>
            <a:ext cx="4969686" cy="597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0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E2B08D-120A-42E3-AFE7-6B4AFC592078}"/>
              </a:ext>
            </a:extLst>
          </p:cNvPr>
          <p:cNvSpPr txBox="1"/>
          <p:nvPr/>
        </p:nvSpPr>
        <p:spPr>
          <a:xfrm>
            <a:off x="461394" y="327171"/>
            <a:ext cx="120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verify.py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CF142E-8169-4711-9299-D5F7FC4A2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76" y="902747"/>
            <a:ext cx="5139874" cy="53591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85506B-68EF-45EA-96CB-E3F064427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58" y="2044059"/>
            <a:ext cx="4730080" cy="42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5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BC969-D3D9-48FF-A5D9-EAC92AEB0A81}"/>
              </a:ext>
            </a:extLst>
          </p:cNvPr>
          <p:cNvSpPr txBox="1"/>
          <p:nvPr/>
        </p:nvSpPr>
        <p:spPr>
          <a:xfrm>
            <a:off x="1350628" y="327171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 pipeline.py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3F77E8-1400-4011-ACFA-580AF056D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220" y="1581412"/>
            <a:ext cx="2600325" cy="3409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0BFD85-41AE-4EAA-AD7F-F82A177C969A}"/>
              </a:ext>
            </a:extLst>
          </p:cNvPr>
          <p:cNvSpPr txBox="1"/>
          <p:nvPr/>
        </p:nvSpPr>
        <p:spPr>
          <a:xfrm>
            <a:off x="6260292" y="327171"/>
            <a:ext cx="1204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8. terminal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2DFF9F-A6D6-4751-A149-D47E129E53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8" b="2064"/>
          <a:stretch/>
        </p:blipFill>
        <p:spPr>
          <a:xfrm>
            <a:off x="6260292" y="1581412"/>
            <a:ext cx="5037546" cy="3409950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EA5CBA2-E050-4565-ACED-D9DF045D2013}"/>
              </a:ext>
            </a:extLst>
          </p:cNvPr>
          <p:cNvCxnSpPr/>
          <p:nvPr/>
        </p:nvCxnSpPr>
        <p:spPr>
          <a:xfrm>
            <a:off x="5083728" y="159391"/>
            <a:ext cx="0" cy="622463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15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5C7BEB-6BD0-40AF-99A8-E94151009D12}"/>
              </a:ext>
            </a:extLst>
          </p:cNvPr>
          <p:cNvSpPr txBox="1"/>
          <p:nvPr/>
        </p:nvSpPr>
        <p:spPr>
          <a:xfrm>
            <a:off x="461394" y="327171"/>
            <a:ext cx="1472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9. PostgreSQL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8E907B-EA28-4EA5-B7DE-ABF50B193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75" y="789153"/>
            <a:ext cx="11126249" cy="56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1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150</Words>
  <Application>Microsoft Office PowerPoint</Application>
  <PresentationFormat>와이드스크린</PresentationFormat>
  <Paragraphs>20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40</cp:revision>
  <dcterms:created xsi:type="dcterms:W3CDTF">2026-03-10T17:23:29Z</dcterms:created>
  <dcterms:modified xsi:type="dcterms:W3CDTF">2026-07-10T02:07:42Z</dcterms:modified>
</cp:coreProperties>
</file>