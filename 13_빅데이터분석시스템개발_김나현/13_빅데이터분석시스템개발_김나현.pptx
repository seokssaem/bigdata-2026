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분석시스템 개발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김나현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2026-08-11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kimnahyeon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876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indent="0" algn="l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13_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빅데이터분석시스템개발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외 실행결과 또는 코드 및 관련 파일들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분석 시스템 개발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</a:rPr>
                <a:t>2001020906_24v3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7C9B316-F45E-44C6-AAC9-4F08EEAEA1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002" t="10010" r="44835" b="10363"/>
          <a:stretch/>
        </p:blipFill>
        <p:spPr>
          <a:xfrm>
            <a:off x="992697" y="1828800"/>
            <a:ext cx="4434980" cy="420684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0544FE3-A25E-4126-B12A-F77C9FD677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339" t="10846" r="41583" b="5433"/>
          <a:stretch/>
        </p:blipFill>
        <p:spPr>
          <a:xfrm>
            <a:off x="5796792" y="1828800"/>
            <a:ext cx="5008227" cy="419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6C4C160-114F-4063-87AE-8E9F5D946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99" y="790575"/>
            <a:ext cx="11644243" cy="503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3041C6A-9692-4B2E-A8E5-84B1EFF3F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12" y="460375"/>
            <a:ext cx="11853988" cy="577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623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1A8526A-F01D-4DF2-B127-E1CB1200E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18" y="600075"/>
            <a:ext cx="11939482" cy="554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364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44B6C32-D916-470C-A4AC-025EEB950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64" y="458828"/>
            <a:ext cx="11799336" cy="574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601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13BB1E2-701E-4A33-AF87-318C40555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97" y="1009313"/>
            <a:ext cx="5847380" cy="422541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6C3A643-A884-4216-AC66-D89690FDD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324" y="1292118"/>
            <a:ext cx="5847379" cy="394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982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28EE9A0-2F01-458A-B8E3-9BB238B6B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79" y="344813"/>
            <a:ext cx="5490121" cy="421041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1387769-EE1F-48AD-BF3D-6672CB118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411" y="344812"/>
            <a:ext cx="6697010" cy="578248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F003DC5-ED29-43D0-BD6B-24EC51A2C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79" y="4555223"/>
            <a:ext cx="3326135" cy="177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718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</TotalTime>
  <Words>71</Words>
  <Application>Microsoft Office PowerPoint</Application>
  <PresentationFormat>와이드스크린</PresentationFormat>
  <Paragraphs>10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26</cp:revision>
  <dcterms:created xsi:type="dcterms:W3CDTF">2026-03-10T17:23:29Z</dcterms:created>
  <dcterms:modified xsi:type="dcterms:W3CDTF">2026-08-11T06:07:00Z</dcterms:modified>
</cp:coreProperties>
</file>