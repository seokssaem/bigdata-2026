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</p:embeddedFont>
    <p:embeddedFont>
      <p:font typeface="Lato Bold" panose="020F0502020204030203" charset="0"/>
      <p:regular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68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558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7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빅데이터 분석 3조</a:t>
            </a:r>
            <a:endParaRPr lang="ko-KR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799979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26년 월드컵 출전 팀 &amp; 선수 정보 FastAPI</a:t>
            </a:r>
            <a:endParaRPr lang="ko-KR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조원 : 태두혁, 김수완, 장효균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74813"/>
            <a:ext cx="10868745" cy="14423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1909" y="1889224"/>
            <a:ext cx="9683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선정 이유</a:t>
            </a:r>
            <a:endParaRPr lang="ko-KR" sz="1850" dirty="0"/>
          </a:p>
        </p:txBody>
      </p:sp>
      <p:sp>
        <p:nvSpPr>
          <p:cNvPr id="4" name="Text 1"/>
          <p:cNvSpPr/>
          <p:nvPr/>
        </p:nvSpPr>
        <p:spPr>
          <a:xfrm>
            <a:off x="1631909" y="2297906"/>
            <a:ext cx="9683905" cy="60483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본선 진출국이 48 개국으로 확대됨에 따라 방대해진 선수 및 경기 데이터를 효율적으로 관리하고 제공하기 위해서 선정하게 되었습니다.</a:t>
            </a:r>
            <a:endParaRPr lang="ko-KR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06167"/>
            <a:ext cx="10868745" cy="18769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1909" y="3520579"/>
            <a:ext cx="9683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서버 실행법</a:t>
            </a:r>
            <a:endParaRPr lang="ko-KR" sz="1850" dirty="0"/>
          </a:p>
        </p:txBody>
      </p:sp>
      <p:sp>
        <p:nvSpPr>
          <p:cNvPr id="7" name="Text 3"/>
          <p:cNvSpPr/>
          <p:nvPr/>
        </p:nvSpPr>
        <p:spPr>
          <a:xfrm>
            <a:off x="1631909" y="3929261"/>
            <a:ext cx="968390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setup_database.py 실행 → CSV 파일 적재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 bash → uvicorn main:app –reload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브라우저에서 http://127.0.0.1:8000/docs 접속 → Swagger UI 에서 바로 테스트 가능.</a:t>
            </a:r>
            <a:endParaRPr lang="ko-KR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프로젝트 구조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233587"/>
            <a:ext cx="10868745" cy="5046464"/>
          </a:xfrm>
          <a:prstGeom prst="roundRect">
            <a:avLst>
              <a:gd name="adj" fmla="val 421"/>
            </a:avLst>
          </a:prstGeom>
          <a:solidFill>
            <a:srgbClr val="E2DFD9"/>
          </a:solidFill>
          <a:ln/>
        </p:spPr>
      </p:sp>
      <p:sp>
        <p:nvSpPr>
          <p:cNvPr id="4" name="Text 2"/>
          <p:cNvSpPr/>
          <p:nvPr/>
        </p:nvSpPr>
        <p:spPr>
          <a:xfrm>
            <a:off x="831532" y="1375271"/>
            <a:ext cx="10528632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db_connection.py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Orm.py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schema/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Request.py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Response.py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auth/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jwt.py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routers/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users.py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players.py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matches.py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teams.py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stats.py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schema.sql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setup_database.py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.env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78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Player 주요 기능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76488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GET / players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목록 (team/position/search 필터, 정렬, 페이지네이션)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76488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POST / players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99581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추가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376488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GET / players/{player_id}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99581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상세</a:t>
            </a:r>
            <a:endParaRPr lang="ko-KR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07842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PUT / players/{player_id}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정보 수정 (일부 필드만 전송 가능)</a:t>
            </a:r>
            <a:endParaRPr lang="ko-KR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007842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225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DELETE / players/{player_id}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926211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삭제</a:t>
            </a:r>
            <a:endParaRPr lang="ko-KR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5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Match&amp;Team&amp;Stats 주요 기능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14438"/>
            <a:ext cx="5339820" cy="113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2885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 matches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37532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경기 목록 (team/round 필터)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014438"/>
            <a:ext cx="5339919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22885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 matches/{match_id}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637532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경기 상세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43374"/>
            <a:ext cx="5339820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3557786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 teams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3966468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팀 목록 (이름 검색)</a:t>
            </a:r>
            <a:endParaRPr lang="ko-KR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343374"/>
            <a:ext cx="5339919" cy="11399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355778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 teams/{team_id}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3966468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팀 상세</a:t>
            </a:r>
            <a:endParaRPr lang="ko-KR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72310"/>
            <a:ext cx="5339820" cy="11399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7479" y="4886722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 Stats/top-scorers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977479" y="5295404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 로 계산한 90 분당 득점 상위 선수</a:t>
            </a:r>
            <a:endParaRPr lang="ko-KR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672310"/>
            <a:ext cx="5339919" cy="113992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06305" y="4886722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 stats/team-goal-diff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506305" y="5295404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 로 집계한 팀별 득실차 / 승점 순위표</a:t>
            </a:r>
            <a:endParaRPr lang="ko-K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45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스트림릿 사용 가이드</a:t>
            </a:r>
            <a:endParaRPr lang="ko-KR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4988"/>
            <a:ext cx="3691044" cy="16214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0723" y="1314152"/>
            <a:ext cx="6905847" cy="1621433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ko-KR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이름 or 국가 or 포지션 검색 후 검색</a:t>
            </a:r>
            <a:endParaRPr lang="ko-KR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ko-KR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선택 후 선수 상세보기</a:t>
            </a:r>
            <a:endParaRPr lang="ko-KR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ko-KR" altLang="en-US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선수 상세 스탯 확인 가능</a:t>
            </a:r>
            <a:endParaRPr lang="ko-KR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164780"/>
            <a:ext cx="7608102" cy="3014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33822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경기 -&gt; 국가 검색 후 경기 조회 -&gt; 26년 월드컵 경기 내용 조회 가능</a:t>
            </a:r>
            <a:endParaRPr lang="ko-KR" sz="1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897312"/>
            <a:ext cx="10868745" cy="17411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58511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경기 -&gt; 팀 검색 후 팀 조회 -&gt; 26년 월드컵 팀 정보 &amp; 기록 조회 가능</a:t>
            </a:r>
            <a:endParaRPr lang="ko-KR" sz="14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B79343-0965-49FC-B5B5-4FFEF2E89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704354"/>
            <a:ext cx="10868745" cy="2442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D3A432A-219E-42FF-B934-4635A8FF3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4" y="835383"/>
            <a:ext cx="10868746" cy="48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6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82086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통계 -&gt; 월드컵 최종 순위 &amp; 선수 득점 통계 조회 가능</a:t>
            </a:r>
            <a:endParaRPr lang="ko-KR" sz="14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5D1E7F-07D5-4638-9B3B-8A14A006E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27" y="835382"/>
            <a:ext cx="10868745" cy="4873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9270" y="2245881"/>
            <a:ext cx="370793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팀원별 작업 내용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7152" y="3048563"/>
            <a:ext cx="3496877" cy="155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3156" y="329111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태두혁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1833156" y="369979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작업 내용:</a:t>
            </a:r>
            <a:endParaRPr lang="ko-KR" sz="1450" dirty="0"/>
          </a:p>
        </p:txBody>
      </p:sp>
      <p:sp>
        <p:nvSpPr>
          <p:cNvPr id="6" name="Text 3"/>
          <p:cNvSpPr/>
          <p:nvPr/>
        </p:nvSpPr>
        <p:spPr>
          <a:xfrm>
            <a:off x="1833156" y="4115620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PPT</a:t>
            </a: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제작 및 </a:t>
            </a:r>
            <a:r>
              <a:rPr lang="en-US" altLang="ko-KR" sz="145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</a:t>
            </a:r>
            <a:r>
              <a:rPr lang="en-US" altLang="ko-KR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기능 추가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1215" y="3048563"/>
            <a:ext cx="3496877" cy="155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17219" y="32629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장효균</a:t>
            </a:r>
            <a:endParaRPr lang="ko-KR" sz="1850" dirty="0"/>
          </a:p>
        </p:txBody>
      </p:sp>
      <p:sp>
        <p:nvSpPr>
          <p:cNvPr id="9" name="Text 5"/>
          <p:cNvSpPr/>
          <p:nvPr/>
        </p:nvSpPr>
        <p:spPr>
          <a:xfrm>
            <a:off x="6917219" y="3671656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작업 내용:</a:t>
            </a:r>
            <a:endParaRPr lang="ko-KR" sz="1450" dirty="0"/>
          </a:p>
        </p:txBody>
      </p:sp>
      <p:sp>
        <p:nvSpPr>
          <p:cNvPr id="10" name="Text 6"/>
          <p:cNvSpPr/>
          <p:nvPr/>
        </p:nvSpPr>
        <p:spPr>
          <a:xfrm>
            <a:off x="6917219" y="4087482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코드 작성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7152" y="4945447"/>
            <a:ext cx="3496877" cy="155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33155" y="51598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김수완</a:t>
            </a:r>
            <a:endParaRPr lang="ko-KR" sz="1850" dirty="0"/>
          </a:p>
        </p:txBody>
      </p:sp>
      <p:sp>
        <p:nvSpPr>
          <p:cNvPr id="13" name="Text 8"/>
          <p:cNvSpPr/>
          <p:nvPr/>
        </p:nvSpPr>
        <p:spPr>
          <a:xfrm>
            <a:off x="1833155" y="5568540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작업 내용:</a:t>
            </a:r>
            <a:endParaRPr lang="ko-KR" sz="1450" dirty="0"/>
          </a:p>
        </p:txBody>
      </p:sp>
      <p:sp>
        <p:nvSpPr>
          <p:cNvPr id="14" name="Text 9"/>
          <p:cNvSpPr/>
          <p:nvPr/>
        </p:nvSpPr>
        <p:spPr>
          <a:xfrm>
            <a:off x="1833155" y="5984366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</a:t>
            </a: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코드 작성</a:t>
            </a:r>
            <a:endParaRPr lang="en-US" sz="145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E0AD6196-13F4-4880-9E94-4DA50ED84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0809" y="4900531"/>
            <a:ext cx="3496877" cy="1555750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42CD7EFA-67AC-442D-AB6D-7B28A66548A6}"/>
              </a:ext>
            </a:extLst>
          </p:cNvPr>
          <p:cNvSpPr/>
          <p:nvPr/>
        </p:nvSpPr>
        <p:spPr>
          <a:xfrm>
            <a:off x="6917219" y="51598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공동작업</a:t>
            </a:r>
            <a:endParaRPr lang="ko-KR" sz="185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DA16863-2C38-48B4-BE20-27BFCC02E876}"/>
              </a:ext>
            </a:extLst>
          </p:cNvPr>
          <p:cNvSpPr/>
          <p:nvPr/>
        </p:nvSpPr>
        <p:spPr>
          <a:xfrm>
            <a:off x="6917219" y="5568540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작업 내용:</a:t>
            </a:r>
            <a:endParaRPr lang="ko-KR" sz="145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BF685CA7-A81B-4348-9E13-B0525ECD5491}"/>
              </a:ext>
            </a:extLst>
          </p:cNvPr>
          <p:cNvSpPr/>
          <p:nvPr/>
        </p:nvSpPr>
        <p:spPr>
          <a:xfrm>
            <a:off x="6917219" y="5984365"/>
            <a:ext cx="2966467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주제선정</a:t>
            </a:r>
            <a:r>
              <a:rPr lang="en-US" altLang="ko-KR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코드 검토 및 오류 수정</a:t>
            </a:r>
            <a:endParaRPr lang="en-US" altLang="ko-KR" sz="1450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38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팀원별 느낀점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32546"/>
            <a:ext cx="10868745" cy="2961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46958"/>
            <a:ext cx="10338335" cy="253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ko-KR" alt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느낀점:</a:t>
            </a:r>
            <a:endParaRPr lang="ko-KR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48736-9AAD-4FDE-8433-B0894D3078B9}"/>
              </a:ext>
            </a:extLst>
          </p:cNvPr>
          <p:cNvSpPr txBox="1"/>
          <p:nvPr/>
        </p:nvSpPr>
        <p:spPr>
          <a:xfrm>
            <a:off x="1677798" y="2646958"/>
            <a:ext cx="9536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 프로젝트를 하면서 팀원들과 소통하며 결과물이 만들어지는 과정이 재미있었고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중간에 오류도 생겼지만 수업 내용과 </a:t>
            </a:r>
            <a:r>
              <a:rPr lang="en-US" altLang="ko-KR" dirty="0"/>
              <a:t>LLM</a:t>
            </a:r>
            <a:r>
              <a:rPr lang="ko-KR" altLang="en-US" dirty="0"/>
              <a:t>을 통해 잘 해결할 수 있어 재밌고 유익한 </a:t>
            </a:r>
            <a:r>
              <a:rPr lang="ko-KR" altLang="en-US" dirty="0" err="1"/>
              <a:t>시간이였습니다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444</Words>
  <Application>Microsoft Office PowerPoint</Application>
  <PresentationFormat>와이드스크린</PresentationFormat>
  <Paragraphs>89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Consolas</vt:lpstr>
      <vt:lpstr>맑은 고딕</vt:lpstr>
      <vt:lpstr>Arial</vt:lpstr>
      <vt:lpstr>Calibri</vt:lpstr>
      <vt:lpstr>Lato</vt:lpstr>
      <vt:lpstr>Lato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lastModifiedBy>FullName</cp:lastModifiedBy>
  <cp:revision>8</cp:revision>
  <dcterms:created xsi:type="dcterms:W3CDTF">2026-08-27T07:08:35Z</dcterms:created>
  <dcterms:modified xsi:type="dcterms:W3CDTF">2026-08-28T05:50:40Z</dcterms:modified>
</cp:coreProperties>
</file>