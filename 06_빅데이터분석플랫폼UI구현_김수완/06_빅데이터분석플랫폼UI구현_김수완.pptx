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65" r:id="rId3"/>
    <p:sldId id="266" r:id="rId4"/>
    <p:sldId id="267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478A600-1F61-4E7F-31E1-C0E6D367FB21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398EE10-F3D4-2D3B-6D77-8066A8B09DC9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8C5B5D9F-F108-E778-793A-31A4C2794E59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F5A431D1-E471-3192-F561-199972BB3B18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UI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NCS)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704D5E6D-34F4-78EB-829B-1AA3758D3743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분석 플랫폼 UI 구현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  (비 NCS)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분석 플랫폼 UI 구현  (비NCS  |  포트폴리오 100점)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GitHub Repository  → 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Branch Push</a:t>
            </a:r>
            <a:endParaRPr lang="en-US" altLang="ko-KR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김수완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2026-06-26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KimSuWan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599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업로드 파일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06_빅데이터분석플랫폼UI구현_이름.pptx  (index.html, style.css, README.md 포함)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분석 플랫폼 UI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NCS)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D41BE00-77E2-4AC7-A37C-3868BA21C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262" y="243279"/>
            <a:ext cx="6848580" cy="6186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342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E2AB5CE-A20C-42B3-94E7-0387E2968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391" y="503340"/>
            <a:ext cx="6281311" cy="560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79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F365F74-451D-441E-A023-309950050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941" y="1099812"/>
            <a:ext cx="8002117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727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115</Words>
  <Application>Microsoft Office PowerPoint</Application>
  <PresentationFormat>와이드스크린</PresentationFormat>
  <Paragraphs>11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13</cp:revision>
  <dcterms:created xsi:type="dcterms:W3CDTF">2026-03-10T17:23:29Z</dcterms:created>
  <dcterms:modified xsi:type="dcterms:W3CDTF">2026-06-26T02:21:50Z</dcterms:modified>
</cp:coreProperties>
</file>