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53F35B-D3CF-48F6-BB8C-B0890DE27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80" y="71678"/>
            <a:ext cx="10136015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3634E0-0D68-4766-9E84-00FDF7003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471" y="0"/>
            <a:ext cx="7011378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80D80A-54BC-4861-BC2F-B6CADEED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34" y="0"/>
            <a:ext cx="9140932" cy="65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21BF38-74A6-4D62-B6EC-B8F6B0AD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022" y="775917"/>
            <a:ext cx="5953956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7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BCB719-6A7D-4526-8CEF-89A9D9002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71" y="926773"/>
            <a:ext cx="8964276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0DA5D0-D721-46DC-A007-C6EC08BEB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256732"/>
            <a:ext cx="6516009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0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38BE78-802B-433C-8600-43D0ED6CE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16" y="652075"/>
            <a:ext cx="6030167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6522D4-9EAF-40FC-8341-D96193EF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4" y="613969"/>
            <a:ext cx="6096851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8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E46A04-E49D-4995-8DF2-B20F6D20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4" y="675891"/>
            <a:ext cx="6096851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1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512B5C-233A-43F1-81EC-F01B659F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33" y="437732"/>
            <a:ext cx="5439534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1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67</Words>
  <Application>Microsoft Office PowerPoint</Application>
  <PresentationFormat>와이드스크린</PresentationFormat>
  <Paragraphs>10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25</cp:revision>
  <dcterms:created xsi:type="dcterms:W3CDTF">2026-03-10T17:23:29Z</dcterms:created>
  <dcterms:modified xsi:type="dcterms:W3CDTF">2026-08-19T01:29:59Z</dcterms:modified>
</cp:coreProperties>
</file>