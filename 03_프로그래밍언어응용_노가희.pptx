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5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E6D54DB-0C8E-4C8E-953C-0A008F24E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62" y="2142206"/>
            <a:ext cx="2238375" cy="733425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020A3CE-2FF3-43D5-B6CE-D2EE76CFD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123" y="4182804"/>
            <a:ext cx="2552272" cy="97882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759E8592-C7BC-4EEA-A72C-34772D01F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134" y="2135371"/>
            <a:ext cx="2826528" cy="98314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3236885C-C067-46C7-BB22-3DC7CC6BA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7740" y="4036242"/>
            <a:ext cx="2838319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D34BDF6-B935-45B5-9B4B-6F7BCBBBE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230" y="804441"/>
            <a:ext cx="40767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단어 추가 &amp; 목록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내림차순 정렬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5E01996-F7BA-4937-B40A-41CBF68BE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530" y="2510005"/>
            <a:ext cx="2571750" cy="160972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C6FA6D9-AC0D-45D2-9817-220BC8597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5" y="1637157"/>
            <a:ext cx="3371850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3240582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2544318" y="1005840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951474" y="3311312"/>
            <a:ext cx="3093567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7358634" y="1005840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8850985" y="3311312"/>
            <a:ext cx="3093567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9930384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18389FF-88EB-4F1C-9714-8E855876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38" y="4573534"/>
            <a:ext cx="3030942" cy="34847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FCC459D-F47E-49AC-88BE-D27C8342D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004" y="2141326"/>
            <a:ext cx="2352675" cy="4953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C3550D5-3482-4BEA-B58E-EADEC63D8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764" y="4558507"/>
            <a:ext cx="2904000" cy="37811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3696E23F-0D05-4BC1-984D-B89D4853C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9237" y="3233737"/>
            <a:ext cx="1533525" cy="390525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7F1FAF50-C06F-48EB-9A9D-FAAD21E653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470" y="2222309"/>
            <a:ext cx="1533525" cy="390525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99B161C-4D3A-4AD1-8656-7817133013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8317" y="4325718"/>
            <a:ext cx="2858902" cy="1021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9E8DC6-AB51-48DA-9603-848A3A2BB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29" y="885673"/>
            <a:ext cx="52006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콘솔 출력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F83CCEE-3348-42C8-AB04-15201CE4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87" y="2503937"/>
            <a:ext cx="1952625" cy="173355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42D82D4-B13D-4052-8EB0-CC8FD9A3C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413" y="2805527"/>
            <a:ext cx="3489437" cy="12469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559</Words>
  <Application>Microsoft Office PowerPoint</Application>
  <PresentationFormat>와이드스크린</PresentationFormat>
  <Paragraphs>92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34</cp:revision>
  <dcterms:created xsi:type="dcterms:W3CDTF">2026-03-10T17:23:29Z</dcterms:created>
  <dcterms:modified xsi:type="dcterms:W3CDTF">2026-06-01T00:49:06Z</dcterms:modified>
</cp:coreProperties>
</file>