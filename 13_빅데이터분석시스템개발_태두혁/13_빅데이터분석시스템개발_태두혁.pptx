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7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gray">
          <a:xfrm>
            <a:off x="-1" y="1335025"/>
            <a:ext cx="12196537" cy="4084204"/>
          </a:xfrm>
          <a:custGeom>
            <a:avLst/>
            <a:gdLst>
              <a:gd name="connsiteX0" fmla="*/ 0 w 9153144"/>
              <a:gd name="connsiteY0" fmla="*/ 265176 h 3200400"/>
              <a:gd name="connsiteX1" fmla="*/ 2651760 w 9153144"/>
              <a:gd name="connsiteY1" fmla="*/ 0 h 3200400"/>
              <a:gd name="connsiteX2" fmla="*/ 6986016 w 9153144"/>
              <a:gd name="connsiteY2" fmla="*/ 758952 h 3200400"/>
              <a:gd name="connsiteX3" fmla="*/ 9153144 w 9153144"/>
              <a:gd name="connsiteY3" fmla="*/ 237744 h 3200400"/>
              <a:gd name="connsiteX4" fmla="*/ 9144000 w 9153144"/>
              <a:gd name="connsiteY4" fmla="*/ 2816352 h 3200400"/>
              <a:gd name="connsiteX5" fmla="*/ 6986016 w 9153144"/>
              <a:gd name="connsiteY5" fmla="*/ 3200400 h 3200400"/>
              <a:gd name="connsiteX6" fmla="*/ 3081528 w 9153144"/>
              <a:gd name="connsiteY6" fmla="*/ 2441448 h 3200400"/>
              <a:gd name="connsiteX7" fmla="*/ 9144 w 9153144"/>
              <a:gd name="connsiteY7" fmla="*/ 3090672 h 3200400"/>
              <a:gd name="connsiteX8" fmla="*/ 0 w 9153144"/>
              <a:gd name="connsiteY8" fmla="*/ 265176 h 3200400"/>
              <a:gd name="connsiteX0" fmla="*/ 0 w 9153144"/>
              <a:gd name="connsiteY0" fmla="*/ 515112 h 3450336"/>
              <a:gd name="connsiteX1" fmla="*/ 2651760 w 9153144"/>
              <a:gd name="connsiteY1" fmla="*/ 249936 h 3450336"/>
              <a:gd name="connsiteX2" fmla="*/ 6986016 w 9153144"/>
              <a:gd name="connsiteY2" fmla="*/ 1008888 h 3450336"/>
              <a:gd name="connsiteX3" fmla="*/ 9153144 w 9153144"/>
              <a:gd name="connsiteY3" fmla="*/ 487680 h 3450336"/>
              <a:gd name="connsiteX4" fmla="*/ 9144000 w 9153144"/>
              <a:gd name="connsiteY4" fmla="*/ 3066288 h 3450336"/>
              <a:gd name="connsiteX5" fmla="*/ 6986016 w 9153144"/>
              <a:gd name="connsiteY5" fmla="*/ 3450336 h 3450336"/>
              <a:gd name="connsiteX6" fmla="*/ 3081528 w 9153144"/>
              <a:gd name="connsiteY6" fmla="*/ 2691384 h 3450336"/>
              <a:gd name="connsiteX7" fmla="*/ 9144 w 9153144"/>
              <a:gd name="connsiteY7" fmla="*/ 3340608 h 3450336"/>
              <a:gd name="connsiteX8" fmla="*/ 0 w 9153144"/>
              <a:gd name="connsiteY8" fmla="*/ 515112 h 3450336"/>
              <a:gd name="connsiteX0" fmla="*/ 0 w 9153144"/>
              <a:gd name="connsiteY0" fmla="*/ 515112 h 3450336"/>
              <a:gd name="connsiteX1" fmla="*/ 2651760 w 9153144"/>
              <a:gd name="connsiteY1" fmla="*/ 249936 h 3450336"/>
              <a:gd name="connsiteX2" fmla="*/ 6986016 w 9153144"/>
              <a:gd name="connsiteY2" fmla="*/ 1008888 h 3450336"/>
              <a:gd name="connsiteX3" fmla="*/ 9153144 w 9153144"/>
              <a:gd name="connsiteY3" fmla="*/ 487680 h 3450336"/>
              <a:gd name="connsiteX4" fmla="*/ 9144000 w 9153144"/>
              <a:gd name="connsiteY4" fmla="*/ 3066288 h 3450336"/>
              <a:gd name="connsiteX5" fmla="*/ 6986016 w 9153144"/>
              <a:gd name="connsiteY5" fmla="*/ 3450336 h 3450336"/>
              <a:gd name="connsiteX6" fmla="*/ 3081528 w 9153144"/>
              <a:gd name="connsiteY6" fmla="*/ 2691384 h 3450336"/>
              <a:gd name="connsiteX7" fmla="*/ 9144 w 9153144"/>
              <a:gd name="connsiteY7" fmla="*/ 3340608 h 3450336"/>
              <a:gd name="connsiteX8" fmla="*/ 0 w 9153144"/>
              <a:gd name="connsiteY8" fmla="*/ 515112 h 3450336"/>
              <a:gd name="connsiteX0" fmla="*/ 0 w 9153144"/>
              <a:gd name="connsiteY0" fmla="*/ 515112 h 3560064"/>
              <a:gd name="connsiteX1" fmla="*/ 2651760 w 9153144"/>
              <a:gd name="connsiteY1" fmla="*/ 249936 h 3560064"/>
              <a:gd name="connsiteX2" fmla="*/ 6986016 w 9153144"/>
              <a:gd name="connsiteY2" fmla="*/ 1008888 h 3560064"/>
              <a:gd name="connsiteX3" fmla="*/ 9153144 w 9153144"/>
              <a:gd name="connsiteY3" fmla="*/ 487680 h 3560064"/>
              <a:gd name="connsiteX4" fmla="*/ 9144000 w 9153144"/>
              <a:gd name="connsiteY4" fmla="*/ 3066288 h 3560064"/>
              <a:gd name="connsiteX5" fmla="*/ 6986016 w 9153144"/>
              <a:gd name="connsiteY5" fmla="*/ 3450336 h 3560064"/>
              <a:gd name="connsiteX6" fmla="*/ 3081528 w 9153144"/>
              <a:gd name="connsiteY6" fmla="*/ 2691384 h 3560064"/>
              <a:gd name="connsiteX7" fmla="*/ 9144 w 9153144"/>
              <a:gd name="connsiteY7" fmla="*/ 3340608 h 3560064"/>
              <a:gd name="connsiteX8" fmla="*/ 0 w 9153144"/>
              <a:gd name="connsiteY8" fmla="*/ 515112 h 3560064"/>
              <a:gd name="connsiteX0" fmla="*/ 0 w 9153144"/>
              <a:gd name="connsiteY0" fmla="*/ 515112 h 3703320"/>
              <a:gd name="connsiteX1" fmla="*/ 2651760 w 9153144"/>
              <a:gd name="connsiteY1" fmla="*/ 249936 h 3703320"/>
              <a:gd name="connsiteX2" fmla="*/ 6986016 w 9153144"/>
              <a:gd name="connsiteY2" fmla="*/ 1008888 h 3703320"/>
              <a:gd name="connsiteX3" fmla="*/ 9153144 w 9153144"/>
              <a:gd name="connsiteY3" fmla="*/ 487680 h 3703320"/>
              <a:gd name="connsiteX4" fmla="*/ 9144000 w 9153144"/>
              <a:gd name="connsiteY4" fmla="*/ 3066288 h 3703320"/>
              <a:gd name="connsiteX5" fmla="*/ 6986016 w 9153144"/>
              <a:gd name="connsiteY5" fmla="*/ 3450336 h 3703320"/>
              <a:gd name="connsiteX6" fmla="*/ 3081528 w 9153144"/>
              <a:gd name="connsiteY6" fmla="*/ 2691384 h 3703320"/>
              <a:gd name="connsiteX7" fmla="*/ 9144 w 9153144"/>
              <a:gd name="connsiteY7" fmla="*/ 3340608 h 3703320"/>
              <a:gd name="connsiteX8" fmla="*/ 0 w 9153144"/>
              <a:gd name="connsiteY8" fmla="*/ 515112 h 3703320"/>
              <a:gd name="connsiteX0" fmla="*/ 0 w 9153144"/>
              <a:gd name="connsiteY0" fmla="*/ 370332 h 3558540"/>
              <a:gd name="connsiteX1" fmla="*/ 2651760 w 9153144"/>
              <a:gd name="connsiteY1" fmla="*/ 105156 h 3558540"/>
              <a:gd name="connsiteX2" fmla="*/ 6986016 w 9153144"/>
              <a:gd name="connsiteY2" fmla="*/ 864108 h 3558540"/>
              <a:gd name="connsiteX3" fmla="*/ 9153144 w 9153144"/>
              <a:gd name="connsiteY3" fmla="*/ 342900 h 3558540"/>
              <a:gd name="connsiteX4" fmla="*/ 9144000 w 9153144"/>
              <a:gd name="connsiteY4" fmla="*/ 2921508 h 3558540"/>
              <a:gd name="connsiteX5" fmla="*/ 6986016 w 9153144"/>
              <a:gd name="connsiteY5" fmla="*/ 3305556 h 3558540"/>
              <a:gd name="connsiteX6" fmla="*/ 3081528 w 9153144"/>
              <a:gd name="connsiteY6" fmla="*/ 2546604 h 3558540"/>
              <a:gd name="connsiteX7" fmla="*/ 9144 w 9153144"/>
              <a:gd name="connsiteY7" fmla="*/ 3195828 h 3558540"/>
              <a:gd name="connsiteX8" fmla="*/ 0 w 9153144"/>
              <a:gd name="connsiteY8" fmla="*/ 370332 h 3558540"/>
              <a:gd name="connsiteX0" fmla="*/ 0 w 9153144"/>
              <a:gd name="connsiteY0" fmla="*/ 347472 h 3535680"/>
              <a:gd name="connsiteX1" fmla="*/ 2651760 w 9153144"/>
              <a:gd name="connsiteY1" fmla="*/ 82296 h 3535680"/>
              <a:gd name="connsiteX2" fmla="*/ 6986016 w 9153144"/>
              <a:gd name="connsiteY2" fmla="*/ 841248 h 3535680"/>
              <a:gd name="connsiteX3" fmla="*/ 9153144 w 9153144"/>
              <a:gd name="connsiteY3" fmla="*/ 320040 h 3535680"/>
              <a:gd name="connsiteX4" fmla="*/ 9144000 w 9153144"/>
              <a:gd name="connsiteY4" fmla="*/ 2898648 h 3535680"/>
              <a:gd name="connsiteX5" fmla="*/ 6986016 w 9153144"/>
              <a:gd name="connsiteY5" fmla="*/ 3282696 h 3535680"/>
              <a:gd name="connsiteX6" fmla="*/ 3081528 w 9153144"/>
              <a:gd name="connsiteY6" fmla="*/ 2523744 h 3535680"/>
              <a:gd name="connsiteX7" fmla="*/ 9144 w 9153144"/>
              <a:gd name="connsiteY7" fmla="*/ 3172968 h 3535680"/>
              <a:gd name="connsiteX8" fmla="*/ 0 w 9153144"/>
              <a:gd name="connsiteY8" fmla="*/ 347472 h 3535680"/>
              <a:gd name="connsiteX0" fmla="*/ 0 w 9153144"/>
              <a:gd name="connsiteY0" fmla="*/ 310896 h 3499104"/>
              <a:gd name="connsiteX1" fmla="*/ 2651760 w 9153144"/>
              <a:gd name="connsiteY1" fmla="*/ 45720 h 3499104"/>
              <a:gd name="connsiteX2" fmla="*/ 6986016 w 9153144"/>
              <a:gd name="connsiteY2" fmla="*/ 804672 h 3499104"/>
              <a:gd name="connsiteX3" fmla="*/ 9153144 w 9153144"/>
              <a:gd name="connsiteY3" fmla="*/ 283464 h 3499104"/>
              <a:gd name="connsiteX4" fmla="*/ 9144000 w 9153144"/>
              <a:gd name="connsiteY4" fmla="*/ 2862072 h 3499104"/>
              <a:gd name="connsiteX5" fmla="*/ 6986016 w 9153144"/>
              <a:gd name="connsiteY5" fmla="*/ 3246120 h 3499104"/>
              <a:gd name="connsiteX6" fmla="*/ 3081528 w 9153144"/>
              <a:gd name="connsiteY6" fmla="*/ 2487168 h 3499104"/>
              <a:gd name="connsiteX7" fmla="*/ 9144 w 9153144"/>
              <a:gd name="connsiteY7" fmla="*/ 3136392 h 3499104"/>
              <a:gd name="connsiteX8" fmla="*/ 0 w 9153144"/>
              <a:gd name="connsiteY8" fmla="*/ 310896 h 3499104"/>
              <a:gd name="connsiteX0" fmla="*/ 0 w 9153144"/>
              <a:gd name="connsiteY0" fmla="*/ 310896 h 3499104"/>
              <a:gd name="connsiteX1" fmla="*/ 2651760 w 9153144"/>
              <a:gd name="connsiteY1" fmla="*/ 45720 h 3499104"/>
              <a:gd name="connsiteX2" fmla="*/ 6986016 w 9153144"/>
              <a:gd name="connsiteY2" fmla="*/ 804672 h 3499104"/>
              <a:gd name="connsiteX3" fmla="*/ 9153144 w 9153144"/>
              <a:gd name="connsiteY3" fmla="*/ 283464 h 3499104"/>
              <a:gd name="connsiteX4" fmla="*/ 9144000 w 9153144"/>
              <a:gd name="connsiteY4" fmla="*/ 2862072 h 3499104"/>
              <a:gd name="connsiteX5" fmla="*/ 6986016 w 9153144"/>
              <a:gd name="connsiteY5" fmla="*/ 3246120 h 3499104"/>
              <a:gd name="connsiteX6" fmla="*/ 3081528 w 9153144"/>
              <a:gd name="connsiteY6" fmla="*/ 2487168 h 3499104"/>
              <a:gd name="connsiteX7" fmla="*/ 9144 w 9153144"/>
              <a:gd name="connsiteY7" fmla="*/ 3136392 h 3499104"/>
              <a:gd name="connsiteX8" fmla="*/ 0 w 9153144"/>
              <a:gd name="connsiteY8" fmla="*/ 310896 h 3499104"/>
              <a:gd name="connsiteX0" fmla="*/ 0 w 9153144"/>
              <a:gd name="connsiteY0" fmla="*/ 310896 h 3308604"/>
              <a:gd name="connsiteX1" fmla="*/ 2651760 w 9153144"/>
              <a:gd name="connsiteY1" fmla="*/ 45720 h 3308604"/>
              <a:gd name="connsiteX2" fmla="*/ 6986016 w 9153144"/>
              <a:gd name="connsiteY2" fmla="*/ 804672 h 3308604"/>
              <a:gd name="connsiteX3" fmla="*/ 9153144 w 9153144"/>
              <a:gd name="connsiteY3" fmla="*/ 283464 h 3308604"/>
              <a:gd name="connsiteX4" fmla="*/ 9144000 w 9153144"/>
              <a:gd name="connsiteY4" fmla="*/ 2862072 h 3308604"/>
              <a:gd name="connsiteX5" fmla="*/ 6986016 w 9153144"/>
              <a:gd name="connsiteY5" fmla="*/ 3246120 h 3308604"/>
              <a:gd name="connsiteX6" fmla="*/ 3081528 w 9153144"/>
              <a:gd name="connsiteY6" fmla="*/ 2487168 h 3308604"/>
              <a:gd name="connsiteX7" fmla="*/ 9144 w 9153144"/>
              <a:gd name="connsiteY7" fmla="*/ 3136392 h 3308604"/>
              <a:gd name="connsiteX8" fmla="*/ 0 w 9153144"/>
              <a:gd name="connsiteY8" fmla="*/ 310896 h 3308604"/>
              <a:gd name="connsiteX0" fmla="*/ 0 w 9153144"/>
              <a:gd name="connsiteY0" fmla="*/ 310896 h 3308604"/>
              <a:gd name="connsiteX1" fmla="*/ 2651760 w 9153144"/>
              <a:gd name="connsiteY1" fmla="*/ 45720 h 3308604"/>
              <a:gd name="connsiteX2" fmla="*/ 6986016 w 9153144"/>
              <a:gd name="connsiteY2" fmla="*/ 804672 h 3308604"/>
              <a:gd name="connsiteX3" fmla="*/ 9153144 w 9153144"/>
              <a:gd name="connsiteY3" fmla="*/ 283464 h 3308604"/>
              <a:gd name="connsiteX4" fmla="*/ 9144000 w 9153144"/>
              <a:gd name="connsiteY4" fmla="*/ 2862072 h 3308604"/>
              <a:gd name="connsiteX5" fmla="*/ 6986016 w 9153144"/>
              <a:gd name="connsiteY5" fmla="*/ 3246120 h 3308604"/>
              <a:gd name="connsiteX6" fmla="*/ 3081528 w 9153144"/>
              <a:gd name="connsiteY6" fmla="*/ 2487168 h 3308604"/>
              <a:gd name="connsiteX7" fmla="*/ 9144 w 9153144"/>
              <a:gd name="connsiteY7" fmla="*/ 3136392 h 3308604"/>
              <a:gd name="connsiteX8" fmla="*/ 0 w 9153144"/>
              <a:gd name="connsiteY8" fmla="*/ 310896 h 3308604"/>
              <a:gd name="connsiteX0" fmla="*/ 0 w 9153144"/>
              <a:gd name="connsiteY0" fmla="*/ 310896 h 3306064"/>
              <a:gd name="connsiteX1" fmla="*/ 2651760 w 9153144"/>
              <a:gd name="connsiteY1" fmla="*/ 45720 h 3306064"/>
              <a:gd name="connsiteX2" fmla="*/ 6986016 w 9153144"/>
              <a:gd name="connsiteY2" fmla="*/ 804672 h 3306064"/>
              <a:gd name="connsiteX3" fmla="*/ 9153144 w 9153144"/>
              <a:gd name="connsiteY3" fmla="*/ 283464 h 3306064"/>
              <a:gd name="connsiteX4" fmla="*/ 9144000 w 9153144"/>
              <a:gd name="connsiteY4" fmla="*/ 2862072 h 3306064"/>
              <a:gd name="connsiteX5" fmla="*/ 6986016 w 9153144"/>
              <a:gd name="connsiteY5" fmla="*/ 3246120 h 3306064"/>
              <a:gd name="connsiteX6" fmla="*/ 3169920 w 9153144"/>
              <a:gd name="connsiteY6" fmla="*/ 2502408 h 3306064"/>
              <a:gd name="connsiteX7" fmla="*/ 9144 w 9153144"/>
              <a:gd name="connsiteY7" fmla="*/ 3136392 h 3306064"/>
              <a:gd name="connsiteX8" fmla="*/ 0 w 9153144"/>
              <a:gd name="connsiteY8" fmla="*/ 310896 h 3306064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62288"/>
              <a:gd name="connsiteY0" fmla="*/ 290693 h 3357044"/>
              <a:gd name="connsiteX1" fmla="*/ 2660904 w 9162288"/>
              <a:gd name="connsiteY1" fmla="*/ 93652 h 3357044"/>
              <a:gd name="connsiteX2" fmla="*/ 6995160 w 9162288"/>
              <a:gd name="connsiteY2" fmla="*/ 852604 h 3357044"/>
              <a:gd name="connsiteX3" fmla="*/ 9162288 w 9162288"/>
              <a:gd name="connsiteY3" fmla="*/ 331396 h 3357044"/>
              <a:gd name="connsiteX4" fmla="*/ 9153144 w 9162288"/>
              <a:gd name="connsiteY4" fmla="*/ 2910004 h 3357044"/>
              <a:gd name="connsiteX5" fmla="*/ 6995160 w 9162288"/>
              <a:gd name="connsiteY5" fmla="*/ 3294052 h 3357044"/>
              <a:gd name="connsiteX6" fmla="*/ 3279648 w 9162288"/>
              <a:gd name="connsiteY6" fmla="*/ 2532052 h 3357044"/>
              <a:gd name="connsiteX7" fmla="*/ 18288 w 9162288"/>
              <a:gd name="connsiteY7" fmla="*/ 3184324 h 3357044"/>
              <a:gd name="connsiteX8" fmla="*/ 0 w 9162288"/>
              <a:gd name="connsiteY8" fmla="*/ 290693 h 3357044"/>
              <a:gd name="connsiteX0" fmla="*/ 0 w 9162288"/>
              <a:gd name="connsiteY0" fmla="*/ 290693 h 3357044"/>
              <a:gd name="connsiteX1" fmla="*/ 2660904 w 9162288"/>
              <a:gd name="connsiteY1" fmla="*/ 93652 h 3357044"/>
              <a:gd name="connsiteX2" fmla="*/ 6995160 w 9162288"/>
              <a:gd name="connsiteY2" fmla="*/ 852604 h 3357044"/>
              <a:gd name="connsiteX3" fmla="*/ 9162288 w 9162288"/>
              <a:gd name="connsiteY3" fmla="*/ 379091 h 3357044"/>
              <a:gd name="connsiteX4" fmla="*/ 9153144 w 9162288"/>
              <a:gd name="connsiteY4" fmla="*/ 2910004 h 3357044"/>
              <a:gd name="connsiteX5" fmla="*/ 6995160 w 9162288"/>
              <a:gd name="connsiteY5" fmla="*/ 3294052 h 3357044"/>
              <a:gd name="connsiteX6" fmla="*/ 3279648 w 9162288"/>
              <a:gd name="connsiteY6" fmla="*/ 2532052 h 3357044"/>
              <a:gd name="connsiteX7" fmla="*/ 18288 w 9162288"/>
              <a:gd name="connsiteY7" fmla="*/ 3184324 h 3357044"/>
              <a:gd name="connsiteX8" fmla="*/ 0 w 9162288"/>
              <a:gd name="connsiteY8" fmla="*/ 290693 h 3357044"/>
              <a:gd name="connsiteX0" fmla="*/ 0 w 9162288"/>
              <a:gd name="connsiteY0" fmla="*/ 299777 h 3366128"/>
              <a:gd name="connsiteX1" fmla="*/ 2660904 w 9162288"/>
              <a:gd name="connsiteY1" fmla="*/ 102736 h 3366128"/>
              <a:gd name="connsiteX2" fmla="*/ 6595872 w 9162288"/>
              <a:gd name="connsiteY2" fmla="*/ 916196 h 3366128"/>
              <a:gd name="connsiteX3" fmla="*/ 9162288 w 9162288"/>
              <a:gd name="connsiteY3" fmla="*/ 388175 h 3366128"/>
              <a:gd name="connsiteX4" fmla="*/ 9153144 w 9162288"/>
              <a:gd name="connsiteY4" fmla="*/ 2919088 h 3366128"/>
              <a:gd name="connsiteX5" fmla="*/ 6995160 w 9162288"/>
              <a:gd name="connsiteY5" fmla="*/ 3303136 h 3366128"/>
              <a:gd name="connsiteX6" fmla="*/ 3279648 w 9162288"/>
              <a:gd name="connsiteY6" fmla="*/ 2541136 h 3366128"/>
              <a:gd name="connsiteX7" fmla="*/ 18288 w 9162288"/>
              <a:gd name="connsiteY7" fmla="*/ 3193408 h 3366128"/>
              <a:gd name="connsiteX8" fmla="*/ 0 w 9162288"/>
              <a:gd name="connsiteY8" fmla="*/ 299777 h 3366128"/>
              <a:gd name="connsiteX0" fmla="*/ 0 w 9162288"/>
              <a:gd name="connsiteY0" fmla="*/ 181676 h 3248027"/>
              <a:gd name="connsiteX1" fmla="*/ 2727960 w 9162288"/>
              <a:gd name="connsiteY1" fmla="*/ 102736 h 3248027"/>
              <a:gd name="connsiteX2" fmla="*/ 6595872 w 9162288"/>
              <a:gd name="connsiteY2" fmla="*/ 798095 h 3248027"/>
              <a:gd name="connsiteX3" fmla="*/ 9162288 w 9162288"/>
              <a:gd name="connsiteY3" fmla="*/ 270074 h 3248027"/>
              <a:gd name="connsiteX4" fmla="*/ 9153144 w 9162288"/>
              <a:gd name="connsiteY4" fmla="*/ 2800987 h 3248027"/>
              <a:gd name="connsiteX5" fmla="*/ 6995160 w 9162288"/>
              <a:gd name="connsiteY5" fmla="*/ 3185035 h 3248027"/>
              <a:gd name="connsiteX6" fmla="*/ 3279648 w 9162288"/>
              <a:gd name="connsiteY6" fmla="*/ 2423035 h 3248027"/>
              <a:gd name="connsiteX7" fmla="*/ 18288 w 9162288"/>
              <a:gd name="connsiteY7" fmla="*/ 3075307 h 3248027"/>
              <a:gd name="connsiteX8" fmla="*/ 0 w 9162288"/>
              <a:gd name="connsiteY8" fmla="*/ 181676 h 3248027"/>
              <a:gd name="connsiteX0" fmla="*/ 0 w 9162288"/>
              <a:gd name="connsiteY0" fmla="*/ 155448 h 3221799"/>
              <a:gd name="connsiteX1" fmla="*/ 2727960 w 9162288"/>
              <a:gd name="connsiteY1" fmla="*/ 76508 h 3221799"/>
              <a:gd name="connsiteX2" fmla="*/ 6595872 w 9162288"/>
              <a:gd name="connsiteY2" fmla="*/ 771867 h 3221799"/>
              <a:gd name="connsiteX3" fmla="*/ 9162288 w 9162288"/>
              <a:gd name="connsiteY3" fmla="*/ 243846 h 3221799"/>
              <a:gd name="connsiteX4" fmla="*/ 9153144 w 9162288"/>
              <a:gd name="connsiteY4" fmla="*/ 2774759 h 3221799"/>
              <a:gd name="connsiteX5" fmla="*/ 6995160 w 9162288"/>
              <a:gd name="connsiteY5" fmla="*/ 3158807 h 3221799"/>
              <a:gd name="connsiteX6" fmla="*/ 3279648 w 9162288"/>
              <a:gd name="connsiteY6" fmla="*/ 2396807 h 3221799"/>
              <a:gd name="connsiteX7" fmla="*/ 18288 w 9162288"/>
              <a:gd name="connsiteY7" fmla="*/ 3049079 h 3221799"/>
              <a:gd name="connsiteX8" fmla="*/ 0 w 9162288"/>
              <a:gd name="connsiteY8" fmla="*/ 155448 h 3221799"/>
              <a:gd name="connsiteX0" fmla="*/ 0 w 9162288"/>
              <a:gd name="connsiteY0" fmla="*/ 121380 h 3187731"/>
              <a:gd name="connsiteX1" fmla="*/ 2727960 w 9162288"/>
              <a:gd name="connsiteY1" fmla="*/ 42440 h 3187731"/>
              <a:gd name="connsiteX2" fmla="*/ 6595872 w 9162288"/>
              <a:gd name="connsiteY2" fmla="*/ 737799 h 3187731"/>
              <a:gd name="connsiteX3" fmla="*/ 9162288 w 9162288"/>
              <a:gd name="connsiteY3" fmla="*/ 209778 h 3187731"/>
              <a:gd name="connsiteX4" fmla="*/ 9153144 w 9162288"/>
              <a:gd name="connsiteY4" fmla="*/ 2740691 h 3187731"/>
              <a:gd name="connsiteX5" fmla="*/ 6995160 w 9162288"/>
              <a:gd name="connsiteY5" fmla="*/ 3124739 h 3187731"/>
              <a:gd name="connsiteX6" fmla="*/ 3279648 w 9162288"/>
              <a:gd name="connsiteY6" fmla="*/ 2362739 h 3187731"/>
              <a:gd name="connsiteX7" fmla="*/ 18288 w 9162288"/>
              <a:gd name="connsiteY7" fmla="*/ 3015011 h 3187731"/>
              <a:gd name="connsiteX8" fmla="*/ 0 w 9162288"/>
              <a:gd name="connsiteY8" fmla="*/ 121380 h 3187731"/>
              <a:gd name="connsiteX0" fmla="*/ 0 w 9162288"/>
              <a:gd name="connsiteY0" fmla="*/ 121380 h 3187731"/>
              <a:gd name="connsiteX1" fmla="*/ 2727960 w 9162288"/>
              <a:gd name="connsiteY1" fmla="*/ 42440 h 3187731"/>
              <a:gd name="connsiteX2" fmla="*/ 6595872 w 9162288"/>
              <a:gd name="connsiteY2" fmla="*/ 737799 h 3187731"/>
              <a:gd name="connsiteX3" fmla="*/ 9162288 w 9162288"/>
              <a:gd name="connsiteY3" fmla="*/ 209778 h 3187731"/>
              <a:gd name="connsiteX4" fmla="*/ 9153144 w 9162288"/>
              <a:gd name="connsiteY4" fmla="*/ 2740691 h 3187731"/>
              <a:gd name="connsiteX5" fmla="*/ 6995160 w 9162288"/>
              <a:gd name="connsiteY5" fmla="*/ 3124739 h 3187731"/>
              <a:gd name="connsiteX6" fmla="*/ 3279648 w 9162288"/>
              <a:gd name="connsiteY6" fmla="*/ 2362739 h 3187731"/>
              <a:gd name="connsiteX7" fmla="*/ 18288 w 9162288"/>
              <a:gd name="connsiteY7" fmla="*/ 3015011 h 3187731"/>
              <a:gd name="connsiteX8" fmla="*/ 0 w 9162288"/>
              <a:gd name="connsiteY8" fmla="*/ 121380 h 3187731"/>
              <a:gd name="connsiteX0" fmla="*/ 0 w 9162288"/>
              <a:gd name="connsiteY0" fmla="*/ 158964 h 3225315"/>
              <a:gd name="connsiteX1" fmla="*/ 2727960 w 9162288"/>
              <a:gd name="connsiteY1" fmla="*/ 80024 h 3225315"/>
              <a:gd name="connsiteX2" fmla="*/ 6595872 w 9162288"/>
              <a:gd name="connsiteY2" fmla="*/ 775383 h 3225315"/>
              <a:gd name="connsiteX3" fmla="*/ 9162288 w 9162288"/>
              <a:gd name="connsiteY3" fmla="*/ 247362 h 3225315"/>
              <a:gd name="connsiteX4" fmla="*/ 9153144 w 9162288"/>
              <a:gd name="connsiteY4" fmla="*/ 2778275 h 3225315"/>
              <a:gd name="connsiteX5" fmla="*/ 6995160 w 9162288"/>
              <a:gd name="connsiteY5" fmla="*/ 3162323 h 3225315"/>
              <a:gd name="connsiteX6" fmla="*/ 3279648 w 9162288"/>
              <a:gd name="connsiteY6" fmla="*/ 2400323 h 3225315"/>
              <a:gd name="connsiteX7" fmla="*/ 18288 w 9162288"/>
              <a:gd name="connsiteY7" fmla="*/ 3052595 h 3225315"/>
              <a:gd name="connsiteX8" fmla="*/ 0 w 9162288"/>
              <a:gd name="connsiteY8" fmla="*/ 158964 h 3225315"/>
              <a:gd name="connsiteX0" fmla="*/ 0 w 9162288"/>
              <a:gd name="connsiteY0" fmla="*/ 158964 h 3225315"/>
              <a:gd name="connsiteX1" fmla="*/ 2727960 w 9162288"/>
              <a:gd name="connsiteY1" fmla="*/ 80024 h 3225315"/>
              <a:gd name="connsiteX2" fmla="*/ 6595872 w 9162288"/>
              <a:gd name="connsiteY2" fmla="*/ 775383 h 3225315"/>
              <a:gd name="connsiteX3" fmla="*/ 9162288 w 9162288"/>
              <a:gd name="connsiteY3" fmla="*/ 247362 h 3225315"/>
              <a:gd name="connsiteX4" fmla="*/ 9153144 w 9162288"/>
              <a:gd name="connsiteY4" fmla="*/ 2778275 h 3225315"/>
              <a:gd name="connsiteX5" fmla="*/ 6995160 w 9162288"/>
              <a:gd name="connsiteY5" fmla="*/ 3162323 h 3225315"/>
              <a:gd name="connsiteX6" fmla="*/ 3279648 w 9162288"/>
              <a:gd name="connsiteY6" fmla="*/ 2400323 h 3225315"/>
              <a:gd name="connsiteX7" fmla="*/ 18288 w 9162288"/>
              <a:gd name="connsiteY7" fmla="*/ 3052595 h 3225315"/>
              <a:gd name="connsiteX8" fmla="*/ 0 w 9162288"/>
              <a:gd name="connsiteY8" fmla="*/ 158964 h 3225315"/>
              <a:gd name="connsiteX0" fmla="*/ 0 w 9162288"/>
              <a:gd name="connsiteY0" fmla="*/ 140794 h 3207145"/>
              <a:gd name="connsiteX1" fmla="*/ 2828544 w 9162288"/>
              <a:gd name="connsiteY1" fmla="*/ 80024 h 3207145"/>
              <a:gd name="connsiteX2" fmla="*/ 6595872 w 9162288"/>
              <a:gd name="connsiteY2" fmla="*/ 757213 h 3207145"/>
              <a:gd name="connsiteX3" fmla="*/ 9162288 w 9162288"/>
              <a:gd name="connsiteY3" fmla="*/ 229192 h 3207145"/>
              <a:gd name="connsiteX4" fmla="*/ 9153144 w 9162288"/>
              <a:gd name="connsiteY4" fmla="*/ 2760105 h 3207145"/>
              <a:gd name="connsiteX5" fmla="*/ 6995160 w 9162288"/>
              <a:gd name="connsiteY5" fmla="*/ 3144153 h 3207145"/>
              <a:gd name="connsiteX6" fmla="*/ 3279648 w 9162288"/>
              <a:gd name="connsiteY6" fmla="*/ 2382153 h 3207145"/>
              <a:gd name="connsiteX7" fmla="*/ 18288 w 9162288"/>
              <a:gd name="connsiteY7" fmla="*/ 3034425 h 3207145"/>
              <a:gd name="connsiteX8" fmla="*/ 0 w 9162288"/>
              <a:gd name="connsiteY8" fmla="*/ 140794 h 3207145"/>
              <a:gd name="connsiteX0" fmla="*/ 0 w 9162288"/>
              <a:gd name="connsiteY0" fmla="*/ 140794 h 3207145"/>
              <a:gd name="connsiteX1" fmla="*/ 2828544 w 9162288"/>
              <a:gd name="connsiteY1" fmla="*/ 80024 h 3207145"/>
              <a:gd name="connsiteX2" fmla="*/ 6595872 w 9162288"/>
              <a:gd name="connsiteY2" fmla="*/ 757213 h 3207145"/>
              <a:gd name="connsiteX3" fmla="*/ 9162288 w 9162288"/>
              <a:gd name="connsiteY3" fmla="*/ 229192 h 3207145"/>
              <a:gd name="connsiteX4" fmla="*/ 9153144 w 9162288"/>
              <a:gd name="connsiteY4" fmla="*/ 2760105 h 3207145"/>
              <a:gd name="connsiteX5" fmla="*/ 6995160 w 9162288"/>
              <a:gd name="connsiteY5" fmla="*/ 3144153 h 3207145"/>
              <a:gd name="connsiteX6" fmla="*/ 3279648 w 9162288"/>
              <a:gd name="connsiteY6" fmla="*/ 2382153 h 3207145"/>
              <a:gd name="connsiteX7" fmla="*/ 18288 w 9162288"/>
              <a:gd name="connsiteY7" fmla="*/ 3034425 h 3207145"/>
              <a:gd name="connsiteX8" fmla="*/ 0 w 9162288"/>
              <a:gd name="connsiteY8" fmla="*/ 140794 h 3207145"/>
              <a:gd name="connsiteX0" fmla="*/ 0 w 9162288"/>
              <a:gd name="connsiteY0" fmla="*/ 140794 h 3040521"/>
              <a:gd name="connsiteX1" fmla="*/ 2828544 w 9162288"/>
              <a:gd name="connsiteY1" fmla="*/ 80024 h 3040521"/>
              <a:gd name="connsiteX2" fmla="*/ 6595872 w 9162288"/>
              <a:gd name="connsiteY2" fmla="*/ 757213 h 3040521"/>
              <a:gd name="connsiteX3" fmla="*/ 9162288 w 9162288"/>
              <a:gd name="connsiteY3" fmla="*/ 229192 h 3040521"/>
              <a:gd name="connsiteX4" fmla="*/ 9153144 w 9162288"/>
              <a:gd name="connsiteY4" fmla="*/ 2760105 h 3040521"/>
              <a:gd name="connsiteX5" fmla="*/ 6690360 w 9162288"/>
              <a:gd name="connsiteY5" fmla="*/ 2746696 h 3040521"/>
              <a:gd name="connsiteX6" fmla="*/ 3279648 w 9162288"/>
              <a:gd name="connsiteY6" fmla="*/ 2382153 h 3040521"/>
              <a:gd name="connsiteX7" fmla="*/ 18288 w 9162288"/>
              <a:gd name="connsiteY7" fmla="*/ 3034425 h 3040521"/>
              <a:gd name="connsiteX8" fmla="*/ 0 w 9162288"/>
              <a:gd name="connsiteY8" fmla="*/ 140794 h 3040521"/>
              <a:gd name="connsiteX0" fmla="*/ 0 w 9162288"/>
              <a:gd name="connsiteY0" fmla="*/ 140794 h 3040521"/>
              <a:gd name="connsiteX1" fmla="*/ 2828544 w 9162288"/>
              <a:gd name="connsiteY1" fmla="*/ 80024 h 3040521"/>
              <a:gd name="connsiteX2" fmla="*/ 6595872 w 9162288"/>
              <a:gd name="connsiteY2" fmla="*/ 757213 h 3040521"/>
              <a:gd name="connsiteX3" fmla="*/ 9162288 w 9162288"/>
              <a:gd name="connsiteY3" fmla="*/ 229192 h 3040521"/>
              <a:gd name="connsiteX4" fmla="*/ 9153144 w 9162288"/>
              <a:gd name="connsiteY4" fmla="*/ 2760105 h 3040521"/>
              <a:gd name="connsiteX5" fmla="*/ 6690360 w 9162288"/>
              <a:gd name="connsiteY5" fmla="*/ 2746696 h 3040521"/>
              <a:gd name="connsiteX6" fmla="*/ 2865120 w 9162288"/>
              <a:gd name="connsiteY6" fmla="*/ 2307204 h 3040521"/>
              <a:gd name="connsiteX7" fmla="*/ 18288 w 9162288"/>
              <a:gd name="connsiteY7" fmla="*/ 3034425 h 3040521"/>
              <a:gd name="connsiteX8" fmla="*/ 0 w 9162288"/>
              <a:gd name="connsiteY8" fmla="*/ 140794 h 3040521"/>
              <a:gd name="connsiteX0" fmla="*/ 0 w 9162288"/>
              <a:gd name="connsiteY0" fmla="*/ 140794 h 3040521"/>
              <a:gd name="connsiteX1" fmla="*/ 2828544 w 9162288"/>
              <a:gd name="connsiteY1" fmla="*/ 80024 h 3040521"/>
              <a:gd name="connsiteX2" fmla="*/ 6595872 w 9162288"/>
              <a:gd name="connsiteY2" fmla="*/ 757213 h 3040521"/>
              <a:gd name="connsiteX3" fmla="*/ 9162288 w 9162288"/>
              <a:gd name="connsiteY3" fmla="*/ 229192 h 3040521"/>
              <a:gd name="connsiteX4" fmla="*/ 9153144 w 9162288"/>
              <a:gd name="connsiteY4" fmla="*/ 2760105 h 3040521"/>
              <a:gd name="connsiteX5" fmla="*/ 6690360 w 9162288"/>
              <a:gd name="connsiteY5" fmla="*/ 2746696 h 3040521"/>
              <a:gd name="connsiteX6" fmla="*/ 2865120 w 9162288"/>
              <a:gd name="connsiteY6" fmla="*/ 2307204 h 3040521"/>
              <a:gd name="connsiteX7" fmla="*/ 18288 w 9162288"/>
              <a:gd name="connsiteY7" fmla="*/ 3034425 h 3040521"/>
              <a:gd name="connsiteX8" fmla="*/ 0 w 9162288"/>
              <a:gd name="connsiteY8" fmla="*/ 140794 h 3040521"/>
              <a:gd name="connsiteX0" fmla="*/ 0 w 9162288"/>
              <a:gd name="connsiteY0" fmla="*/ 140794 h 3034425"/>
              <a:gd name="connsiteX1" fmla="*/ 2828544 w 9162288"/>
              <a:gd name="connsiteY1" fmla="*/ 80024 h 3034425"/>
              <a:gd name="connsiteX2" fmla="*/ 6595872 w 9162288"/>
              <a:gd name="connsiteY2" fmla="*/ 757213 h 3034425"/>
              <a:gd name="connsiteX3" fmla="*/ 9162288 w 9162288"/>
              <a:gd name="connsiteY3" fmla="*/ 229192 h 3034425"/>
              <a:gd name="connsiteX4" fmla="*/ 9153144 w 9162288"/>
              <a:gd name="connsiteY4" fmla="*/ 2760105 h 3034425"/>
              <a:gd name="connsiteX5" fmla="*/ 6690360 w 9162288"/>
              <a:gd name="connsiteY5" fmla="*/ 2746696 h 3034425"/>
              <a:gd name="connsiteX6" fmla="*/ 2865120 w 9162288"/>
              <a:gd name="connsiteY6" fmla="*/ 2307204 h 3034425"/>
              <a:gd name="connsiteX7" fmla="*/ 18288 w 9162288"/>
              <a:gd name="connsiteY7" fmla="*/ 3034425 h 3034425"/>
              <a:gd name="connsiteX8" fmla="*/ 0 w 9162288"/>
              <a:gd name="connsiteY8" fmla="*/ 140794 h 3034425"/>
              <a:gd name="connsiteX0" fmla="*/ 0 w 9162288"/>
              <a:gd name="connsiteY0" fmla="*/ 140794 h 3034425"/>
              <a:gd name="connsiteX1" fmla="*/ 2828544 w 9162288"/>
              <a:gd name="connsiteY1" fmla="*/ 80024 h 3034425"/>
              <a:gd name="connsiteX2" fmla="*/ 6595872 w 9162288"/>
              <a:gd name="connsiteY2" fmla="*/ 757213 h 3034425"/>
              <a:gd name="connsiteX3" fmla="*/ 9162288 w 9162288"/>
              <a:gd name="connsiteY3" fmla="*/ 229192 h 3034425"/>
              <a:gd name="connsiteX4" fmla="*/ 9153144 w 9162288"/>
              <a:gd name="connsiteY4" fmla="*/ 2760105 h 3034425"/>
              <a:gd name="connsiteX5" fmla="*/ 6690360 w 9162288"/>
              <a:gd name="connsiteY5" fmla="*/ 2746696 h 3034425"/>
              <a:gd name="connsiteX6" fmla="*/ 2865120 w 9162288"/>
              <a:gd name="connsiteY6" fmla="*/ 2307204 h 3034425"/>
              <a:gd name="connsiteX7" fmla="*/ 18288 w 9162288"/>
              <a:gd name="connsiteY7" fmla="*/ 3034425 h 3034425"/>
              <a:gd name="connsiteX8" fmla="*/ 0 w 9162288"/>
              <a:gd name="connsiteY8" fmla="*/ 140794 h 3034425"/>
              <a:gd name="connsiteX0" fmla="*/ 0 w 9162288"/>
              <a:gd name="connsiteY0" fmla="*/ 140794 h 3034425"/>
              <a:gd name="connsiteX1" fmla="*/ 2828544 w 9162288"/>
              <a:gd name="connsiteY1" fmla="*/ 80024 h 3034425"/>
              <a:gd name="connsiteX2" fmla="*/ 6595872 w 9162288"/>
              <a:gd name="connsiteY2" fmla="*/ 757213 h 3034425"/>
              <a:gd name="connsiteX3" fmla="*/ 9162288 w 9162288"/>
              <a:gd name="connsiteY3" fmla="*/ 229192 h 3034425"/>
              <a:gd name="connsiteX4" fmla="*/ 9153144 w 9162288"/>
              <a:gd name="connsiteY4" fmla="*/ 2760105 h 3034425"/>
              <a:gd name="connsiteX5" fmla="*/ 6690360 w 9162288"/>
              <a:gd name="connsiteY5" fmla="*/ 2746696 h 3034425"/>
              <a:gd name="connsiteX6" fmla="*/ 2865120 w 9162288"/>
              <a:gd name="connsiteY6" fmla="*/ 2307204 h 3034425"/>
              <a:gd name="connsiteX7" fmla="*/ 18288 w 9162288"/>
              <a:gd name="connsiteY7" fmla="*/ 3034425 h 3034425"/>
              <a:gd name="connsiteX8" fmla="*/ 0 w 9162288"/>
              <a:gd name="connsiteY8" fmla="*/ 140794 h 3034425"/>
              <a:gd name="connsiteX0" fmla="*/ 0 w 9162288"/>
              <a:gd name="connsiteY0" fmla="*/ 140794 h 3043297"/>
              <a:gd name="connsiteX1" fmla="*/ 2828544 w 9162288"/>
              <a:gd name="connsiteY1" fmla="*/ 80024 h 3043297"/>
              <a:gd name="connsiteX2" fmla="*/ 6595872 w 9162288"/>
              <a:gd name="connsiteY2" fmla="*/ 757213 h 3043297"/>
              <a:gd name="connsiteX3" fmla="*/ 9162288 w 9162288"/>
              <a:gd name="connsiteY3" fmla="*/ 229192 h 3043297"/>
              <a:gd name="connsiteX4" fmla="*/ 9153144 w 9162288"/>
              <a:gd name="connsiteY4" fmla="*/ 2760105 h 3043297"/>
              <a:gd name="connsiteX5" fmla="*/ 6690360 w 9162288"/>
              <a:gd name="connsiteY5" fmla="*/ 2746696 h 3043297"/>
              <a:gd name="connsiteX6" fmla="*/ 2865120 w 9162288"/>
              <a:gd name="connsiteY6" fmla="*/ 2307204 h 3043297"/>
              <a:gd name="connsiteX7" fmla="*/ 1619 w 9162288"/>
              <a:gd name="connsiteY7" fmla="*/ 3043297 h 3043297"/>
              <a:gd name="connsiteX8" fmla="*/ 0 w 9162288"/>
              <a:gd name="connsiteY8" fmla="*/ 140794 h 3043297"/>
              <a:gd name="connsiteX0" fmla="*/ 0 w 9153144"/>
              <a:gd name="connsiteY0" fmla="*/ 140794 h 3043297"/>
              <a:gd name="connsiteX1" fmla="*/ 2828544 w 9153144"/>
              <a:gd name="connsiteY1" fmla="*/ 80024 h 3043297"/>
              <a:gd name="connsiteX2" fmla="*/ 6595872 w 9153144"/>
              <a:gd name="connsiteY2" fmla="*/ 757213 h 3043297"/>
              <a:gd name="connsiteX3" fmla="*/ 9144533 w 9153144"/>
              <a:gd name="connsiteY3" fmla="*/ 230295 h 3043297"/>
              <a:gd name="connsiteX4" fmla="*/ 9153144 w 9153144"/>
              <a:gd name="connsiteY4" fmla="*/ 2760105 h 3043297"/>
              <a:gd name="connsiteX5" fmla="*/ 6690360 w 9153144"/>
              <a:gd name="connsiteY5" fmla="*/ 2746696 h 3043297"/>
              <a:gd name="connsiteX6" fmla="*/ 2865120 w 9153144"/>
              <a:gd name="connsiteY6" fmla="*/ 2307204 h 3043297"/>
              <a:gd name="connsiteX7" fmla="*/ 1619 w 9153144"/>
              <a:gd name="connsiteY7" fmla="*/ 3043297 h 3043297"/>
              <a:gd name="connsiteX8" fmla="*/ 0 w 9153144"/>
              <a:gd name="connsiteY8" fmla="*/ 140794 h 3043297"/>
              <a:gd name="connsiteX0" fmla="*/ 0 w 9147403"/>
              <a:gd name="connsiteY0" fmla="*/ 140794 h 3043297"/>
              <a:gd name="connsiteX1" fmla="*/ 2828544 w 9147403"/>
              <a:gd name="connsiteY1" fmla="*/ 80024 h 3043297"/>
              <a:gd name="connsiteX2" fmla="*/ 6595872 w 9147403"/>
              <a:gd name="connsiteY2" fmla="*/ 757213 h 3043297"/>
              <a:gd name="connsiteX3" fmla="*/ 9144533 w 9147403"/>
              <a:gd name="connsiteY3" fmla="*/ 230295 h 3043297"/>
              <a:gd name="connsiteX4" fmla="*/ 9141307 w 9147403"/>
              <a:gd name="connsiteY4" fmla="*/ 2761208 h 3043297"/>
              <a:gd name="connsiteX5" fmla="*/ 6690360 w 9147403"/>
              <a:gd name="connsiteY5" fmla="*/ 2746696 h 3043297"/>
              <a:gd name="connsiteX6" fmla="*/ 2865120 w 9147403"/>
              <a:gd name="connsiteY6" fmla="*/ 2307204 h 3043297"/>
              <a:gd name="connsiteX7" fmla="*/ 1619 w 9147403"/>
              <a:gd name="connsiteY7" fmla="*/ 3043297 h 3043297"/>
              <a:gd name="connsiteX8" fmla="*/ 0 w 9147403"/>
              <a:gd name="connsiteY8" fmla="*/ 140794 h 3043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7403" h="3043297">
                <a:moveTo>
                  <a:pt x="0" y="140794"/>
                </a:moveTo>
                <a:cubicBezTo>
                  <a:pt x="784860" y="19414"/>
                  <a:pt x="1778000" y="0"/>
                  <a:pt x="2828544" y="80024"/>
                </a:cubicBezTo>
                <a:cubicBezTo>
                  <a:pt x="3879088" y="160048"/>
                  <a:pt x="5543207" y="732168"/>
                  <a:pt x="6595872" y="757213"/>
                </a:cubicBezTo>
                <a:cubicBezTo>
                  <a:pt x="7648537" y="782258"/>
                  <a:pt x="8376437" y="535486"/>
                  <a:pt x="9144533" y="230295"/>
                </a:cubicBezTo>
                <a:cubicBezTo>
                  <a:pt x="9147403" y="1073565"/>
                  <a:pt x="9138437" y="1917938"/>
                  <a:pt x="9141307" y="2761208"/>
                </a:cubicBezTo>
                <a:cubicBezTo>
                  <a:pt x="8237575" y="2914438"/>
                  <a:pt x="7736391" y="2822363"/>
                  <a:pt x="6690360" y="2746696"/>
                </a:cubicBezTo>
                <a:cubicBezTo>
                  <a:pt x="5644329" y="2671029"/>
                  <a:pt x="3979910" y="2257771"/>
                  <a:pt x="2865120" y="2307204"/>
                </a:cubicBezTo>
                <a:cubicBezTo>
                  <a:pt x="1750330" y="2356637"/>
                  <a:pt x="734663" y="2709091"/>
                  <a:pt x="1619" y="3043297"/>
                </a:cubicBezTo>
                <a:cubicBezTo>
                  <a:pt x="1079" y="2075796"/>
                  <a:pt x="540" y="1108295"/>
                  <a:pt x="0" y="140794"/>
                </a:cubicBezTo>
                <a:close/>
              </a:path>
            </a:pathLst>
          </a:custGeom>
          <a:solidFill>
            <a:srgbClr val="40C6D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Freeform 7"/>
          <p:cNvSpPr/>
          <p:nvPr/>
        </p:nvSpPr>
        <p:spPr bwMode="invGray">
          <a:xfrm>
            <a:off x="-509" y="1728216"/>
            <a:ext cx="12192863" cy="3309112"/>
          </a:xfrm>
          <a:custGeom>
            <a:avLst/>
            <a:gdLst>
              <a:gd name="connsiteX0" fmla="*/ 0 w 9153144"/>
              <a:gd name="connsiteY0" fmla="*/ 265176 h 3200400"/>
              <a:gd name="connsiteX1" fmla="*/ 2651760 w 9153144"/>
              <a:gd name="connsiteY1" fmla="*/ 0 h 3200400"/>
              <a:gd name="connsiteX2" fmla="*/ 6986016 w 9153144"/>
              <a:gd name="connsiteY2" fmla="*/ 758952 h 3200400"/>
              <a:gd name="connsiteX3" fmla="*/ 9153144 w 9153144"/>
              <a:gd name="connsiteY3" fmla="*/ 237744 h 3200400"/>
              <a:gd name="connsiteX4" fmla="*/ 9144000 w 9153144"/>
              <a:gd name="connsiteY4" fmla="*/ 2816352 h 3200400"/>
              <a:gd name="connsiteX5" fmla="*/ 6986016 w 9153144"/>
              <a:gd name="connsiteY5" fmla="*/ 3200400 h 3200400"/>
              <a:gd name="connsiteX6" fmla="*/ 3081528 w 9153144"/>
              <a:gd name="connsiteY6" fmla="*/ 2441448 h 3200400"/>
              <a:gd name="connsiteX7" fmla="*/ 9144 w 9153144"/>
              <a:gd name="connsiteY7" fmla="*/ 3090672 h 3200400"/>
              <a:gd name="connsiteX8" fmla="*/ 0 w 9153144"/>
              <a:gd name="connsiteY8" fmla="*/ 265176 h 3200400"/>
              <a:gd name="connsiteX0" fmla="*/ 0 w 9153144"/>
              <a:gd name="connsiteY0" fmla="*/ 515112 h 3450336"/>
              <a:gd name="connsiteX1" fmla="*/ 2651760 w 9153144"/>
              <a:gd name="connsiteY1" fmla="*/ 249936 h 3450336"/>
              <a:gd name="connsiteX2" fmla="*/ 6986016 w 9153144"/>
              <a:gd name="connsiteY2" fmla="*/ 1008888 h 3450336"/>
              <a:gd name="connsiteX3" fmla="*/ 9153144 w 9153144"/>
              <a:gd name="connsiteY3" fmla="*/ 487680 h 3450336"/>
              <a:gd name="connsiteX4" fmla="*/ 9144000 w 9153144"/>
              <a:gd name="connsiteY4" fmla="*/ 3066288 h 3450336"/>
              <a:gd name="connsiteX5" fmla="*/ 6986016 w 9153144"/>
              <a:gd name="connsiteY5" fmla="*/ 3450336 h 3450336"/>
              <a:gd name="connsiteX6" fmla="*/ 3081528 w 9153144"/>
              <a:gd name="connsiteY6" fmla="*/ 2691384 h 3450336"/>
              <a:gd name="connsiteX7" fmla="*/ 9144 w 9153144"/>
              <a:gd name="connsiteY7" fmla="*/ 3340608 h 3450336"/>
              <a:gd name="connsiteX8" fmla="*/ 0 w 9153144"/>
              <a:gd name="connsiteY8" fmla="*/ 515112 h 3450336"/>
              <a:gd name="connsiteX0" fmla="*/ 0 w 9153144"/>
              <a:gd name="connsiteY0" fmla="*/ 515112 h 3450336"/>
              <a:gd name="connsiteX1" fmla="*/ 2651760 w 9153144"/>
              <a:gd name="connsiteY1" fmla="*/ 249936 h 3450336"/>
              <a:gd name="connsiteX2" fmla="*/ 6986016 w 9153144"/>
              <a:gd name="connsiteY2" fmla="*/ 1008888 h 3450336"/>
              <a:gd name="connsiteX3" fmla="*/ 9153144 w 9153144"/>
              <a:gd name="connsiteY3" fmla="*/ 487680 h 3450336"/>
              <a:gd name="connsiteX4" fmla="*/ 9144000 w 9153144"/>
              <a:gd name="connsiteY4" fmla="*/ 3066288 h 3450336"/>
              <a:gd name="connsiteX5" fmla="*/ 6986016 w 9153144"/>
              <a:gd name="connsiteY5" fmla="*/ 3450336 h 3450336"/>
              <a:gd name="connsiteX6" fmla="*/ 3081528 w 9153144"/>
              <a:gd name="connsiteY6" fmla="*/ 2691384 h 3450336"/>
              <a:gd name="connsiteX7" fmla="*/ 9144 w 9153144"/>
              <a:gd name="connsiteY7" fmla="*/ 3340608 h 3450336"/>
              <a:gd name="connsiteX8" fmla="*/ 0 w 9153144"/>
              <a:gd name="connsiteY8" fmla="*/ 515112 h 3450336"/>
              <a:gd name="connsiteX0" fmla="*/ 0 w 9153144"/>
              <a:gd name="connsiteY0" fmla="*/ 515112 h 3560064"/>
              <a:gd name="connsiteX1" fmla="*/ 2651760 w 9153144"/>
              <a:gd name="connsiteY1" fmla="*/ 249936 h 3560064"/>
              <a:gd name="connsiteX2" fmla="*/ 6986016 w 9153144"/>
              <a:gd name="connsiteY2" fmla="*/ 1008888 h 3560064"/>
              <a:gd name="connsiteX3" fmla="*/ 9153144 w 9153144"/>
              <a:gd name="connsiteY3" fmla="*/ 487680 h 3560064"/>
              <a:gd name="connsiteX4" fmla="*/ 9144000 w 9153144"/>
              <a:gd name="connsiteY4" fmla="*/ 3066288 h 3560064"/>
              <a:gd name="connsiteX5" fmla="*/ 6986016 w 9153144"/>
              <a:gd name="connsiteY5" fmla="*/ 3450336 h 3560064"/>
              <a:gd name="connsiteX6" fmla="*/ 3081528 w 9153144"/>
              <a:gd name="connsiteY6" fmla="*/ 2691384 h 3560064"/>
              <a:gd name="connsiteX7" fmla="*/ 9144 w 9153144"/>
              <a:gd name="connsiteY7" fmla="*/ 3340608 h 3560064"/>
              <a:gd name="connsiteX8" fmla="*/ 0 w 9153144"/>
              <a:gd name="connsiteY8" fmla="*/ 515112 h 3560064"/>
              <a:gd name="connsiteX0" fmla="*/ 0 w 9153144"/>
              <a:gd name="connsiteY0" fmla="*/ 515112 h 3703320"/>
              <a:gd name="connsiteX1" fmla="*/ 2651760 w 9153144"/>
              <a:gd name="connsiteY1" fmla="*/ 249936 h 3703320"/>
              <a:gd name="connsiteX2" fmla="*/ 6986016 w 9153144"/>
              <a:gd name="connsiteY2" fmla="*/ 1008888 h 3703320"/>
              <a:gd name="connsiteX3" fmla="*/ 9153144 w 9153144"/>
              <a:gd name="connsiteY3" fmla="*/ 487680 h 3703320"/>
              <a:gd name="connsiteX4" fmla="*/ 9144000 w 9153144"/>
              <a:gd name="connsiteY4" fmla="*/ 3066288 h 3703320"/>
              <a:gd name="connsiteX5" fmla="*/ 6986016 w 9153144"/>
              <a:gd name="connsiteY5" fmla="*/ 3450336 h 3703320"/>
              <a:gd name="connsiteX6" fmla="*/ 3081528 w 9153144"/>
              <a:gd name="connsiteY6" fmla="*/ 2691384 h 3703320"/>
              <a:gd name="connsiteX7" fmla="*/ 9144 w 9153144"/>
              <a:gd name="connsiteY7" fmla="*/ 3340608 h 3703320"/>
              <a:gd name="connsiteX8" fmla="*/ 0 w 9153144"/>
              <a:gd name="connsiteY8" fmla="*/ 515112 h 3703320"/>
              <a:gd name="connsiteX0" fmla="*/ 0 w 9153144"/>
              <a:gd name="connsiteY0" fmla="*/ 370332 h 3558540"/>
              <a:gd name="connsiteX1" fmla="*/ 2651760 w 9153144"/>
              <a:gd name="connsiteY1" fmla="*/ 105156 h 3558540"/>
              <a:gd name="connsiteX2" fmla="*/ 6986016 w 9153144"/>
              <a:gd name="connsiteY2" fmla="*/ 864108 h 3558540"/>
              <a:gd name="connsiteX3" fmla="*/ 9153144 w 9153144"/>
              <a:gd name="connsiteY3" fmla="*/ 342900 h 3558540"/>
              <a:gd name="connsiteX4" fmla="*/ 9144000 w 9153144"/>
              <a:gd name="connsiteY4" fmla="*/ 2921508 h 3558540"/>
              <a:gd name="connsiteX5" fmla="*/ 6986016 w 9153144"/>
              <a:gd name="connsiteY5" fmla="*/ 3305556 h 3558540"/>
              <a:gd name="connsiteX6" fmla="*/ 3081528 w 9153144"/>
              <a:gd name="connsiteY6" fmla="*/ 2546604 h 3558540"/>
              <a:gd name="connsiteX7" fmla="*/ 9144 w 9153144"/>
              <a:gd name="connsiteY7" fmla="*/ 3195828 h 3558540"/>
              <a:gd name="connsiteX8" fmla="*/ 0 w 9153144"/>
              <a:gd name="connsiteY8" fmla="*/ 370332 h 3558540"/>
              <a:gd name="connsiteX0" fmla="*/ 0 w 9153144"/>
              <a:gd name="connsiteY0" fmla="*/ 347472 h 3535680"/>
              <a:gd name="connsiteX1" fmla="*/ 2651760 w 9153144"/>
              <a:gd name="connsiteY1" fmla="*/ 82296 h 3535680"/>
              <a:gd name="connsiteX2" fmla="*/ 6986016 w 9153144"/>
              <a:gd name="connsiteY2" fmla="*/ 841248 h 3535680"/>
              <a:gd name="connsiteX3" fmla="*/ 9153144 w 9153144"/>
              <a:gd name="connsiteY3" fmla="*/ 320040 h 3535680"/>
              <a:gd name="connsiteX4" fmla="*/ 9144000 w 9153144"/>
              <a:gd name="connsiteY4" fmla="*/ 2898648 h 3535680"/>
              <a:gd name="connsiteX5" fmla="*/ 6986016 w 9153144"/>
              <a:gd name="connsiteY5" fmla="*/ 3282696 h 3535680"/>
              <a:gd name="connsiteX6" fmla="*/ 3081528 w 9153144"/>
              <a:gd name="connsiteY6" fmla="*/ 2523744 h 3535680"/>
              <a:gd name="connsiteX7" fmla="*/ 9144 w 9153144"/>
              <a:gd name="connsiteY7" fmla="*/ 3172968 h 3535680"/>
              <a:gd name="connsiteX8" fmla="*/ 0 w 9153144"/>
              <a:gd name="connsiteY8" fmla="*/ 347472 h 3535680"/>
              <a:gd name="connsiteX0" fmla="*/ 0 w 9153144"/>
              <a:gd name="connsiteY0" fmla="*/ 310896 h 3499104"/>
              <a:gd name="connsiteX1" fmla="*/ 2651760 w 9153144"/>
              <a:gd name="connsiteY1" fmla="*/ 45720 h 3499104"/>
              <a:gd name="connsiteX2" fmla="*/ 6986016 w 9153144"/>
              <a:gd name="connsiteY2" fmla="*/ 804672 h 3499104"/>
              <a:gd name="connsiteX3" fmla="*/ 9153144 w 9153144"/>
              <a:gd name="connsiteY3" fmla="*/ 283464 h 3499104"/>
              <a:gd name="connsiteX4" fmla="*/ 9144000 w 9153144"/>
              <a:gd name="connsiteY4" fmla="*/ 2862072 h 3499104"/>
              <a:gd name="connsiteX5" fmla="*/ 6986016 w 9153144"/>
              <a:gd name="connsiteY5" fmla="*/ 3246120 h 3499104"/>
              <a:gd name="connsiteX6" fmla="*/ 3081528 w 9153144"/>
              <a:gd name="connsiteY6" fmla="*/ 2487168 h 3499104"/>
              <a:gd name="connsiteX7" fmla="*/ 9144 w 9153144"/>
              <a:gd name="connsiteY7" fmla="*/ 3136392 h 3499104"/>
              <a:gd name="connsiteX8" fmla="*/ 0 w 9153144"/>
              <a:gd name="connsiteY8" fmla="*/ 310896 h 3499104"/>
              <a:gd name="connsiteX0" fmla="*/ 0 w 9153144"/>
              <a:gd name="connsiteY0" fmla="*/ 310896 h 3499104"/>
              <a:gd name="connsiteX1" fmla="*/ 2651760 w 9153144"/>
              <a:gd name="connsiteY1" fmla="*/ 45720 h 3499104"/>
              <a:gd name="connsiteX2" fmla="*/ 6986016 w 9153144"/>
              <a:gd name="connsiteY2" fmla="*/ 804672 h 3499104"/>
              <a:gd name="connsiteX3" fmla="*/ 9153144 w 9153144"/>
              <a:gd name="connsiteY3" fmla="*/ 283464 h 3499104"/>
              <a:gd name="connsiteX4" fmla="*/ 9144000 w 9153144"/>
              <a:gd name="connsiteY4" fmla="*/ 2862072 h 3499104"/>
              <a:gd name="connsiteX5" fmla="*/ 6986016 w 9153144"/>
              <a:gd name="connsiteY5" fmla="*/ 3246120 h 3499104"/>
              <a:gd name="connsiteX6" fmla="*/ 3081528 w 9153144"/>
              <a:gd name="connsiteY6" fmla="*/ 2487168 h 3499104"/>
              <a:gd name="connsiteX7" fmla="*/ 9144 w 9153144"/>
              <a:gd name="connsiteY7" fmla="*/ 3136392 h 3499104"/>
              <a:gd name="connsiteX8" fmla="*/ 0 w 9153144"/>
              <a:gd name="connsiteY8" fmla="*/ 310896 h 3499104"/>
              <a:gd name="connsiteX0" fmla="*/ 0 w 9153144"/>
              <a:gd name="connsiteY0" fmla="*/ 310896 h 3308604"/>
              <a:gd name="connsiteX1" fmla="*/ 2651760 w 9153144"/>
              <a:gd name="connsiteY1" fmla="*/ 45720 h 3308604"/>
              <a:gd name="connsiteX2" fmla="*/ 6986016 w 9153144"/>
              <a:gd name="connsiteY2" fmla="*/ 804672 h 3308604"/>
              <a:gd name="connsiteX3" fmla="*/ 9153144 w 9153144"/>
              <a:gd name="connsiteY3" fmla="*/ 283464 h 3308604"/>
              <a:gd name="connsiteX4" fmla="*/ 9144000 w 9153144"/>
              <a:gd name="connsiteY4" fmla="*/ 2862072 h 3308604"/>
              <a:gd name="connsiteX5" fmla="*/ 6986016 w 9153144"/>
              <a:gd name="connsiteY5" fmla="*/ 3246120 h 3308604"/>
              <a:gd name="connsiteX6" fmla="*/ 3081528 w 9153144"/>
              <a:gd name="connsiteY6" fmla="*/ 2487168 h 3308604"/>
              <a:gd name="connsiteX7" fmla="*/ 9144 w 9153144"/>
              <a:gd name="connsiteY7" fmla="*/ 3136392 h 3308604"/>
              <a:gd name="connsiteX8" fmla="*/ 0 w 9153144"/>
              <a:gd name="connsiteY8" fmla="*/ 310896 h 3308604"/>
              <a:gd name="connsiteX0" fmla="*/ 0 w 9153144"/>
              <a:gd name="connsiteY0" fmla="*/ 310896 h 3308604"/>
              <a:gd name="connsiteX1" fmla="*/ 2651760 w 9153144"/>
              <a:gd name="connsiteY1" fmla="*/ 45720 h 3308604"/>
              <a:gd name="connsiteX2" fmla="*/ 6986016 w 9153144"/>
              <a:gd name="connsiteY2" fmla="*/ 804672 h 3308604"/>
              <a:gd name="connsiteX3" fmla="*/ 9153144 w 9153144"/>
              <a:gd name="connsiteY3" fmla="*/ 283464 h 3308604"/>
              <a:gd name="connsiteX4" fmla="*/ 9144000 w 9153144"/>
              <a:gd name="connsiteY4" fmla="*/ 2862072 h 3308604"/>
              <a:gd name="connsiteX5" fmla="*/ 6986016 w 9153144"/>
              <a:gd name="connsiteY5" fmla="*/ 3246120 h 3308604"/>
              <a:gd name="connsiteX6" fmla="*/ 3081528 w 9153144"/>
              <a:gd name="connsiteY6" fmla="*/ 2487168 h 3308604"/>
              <a:gd name="connsiteX7" fmla="*/ 9144 w 9153144"/>
              <a:gd name="connsiteY7" fmla="*/ 3136392 h 3308604"/>
              <a:gd name="connsiteX8" fmla="*/ 0 w 9153144"/>
              <a:gd name="connsiteY8" fmla="*/ 310896 h 3308604"/>
              <a:gd name="connsiteX0" fmla="*/ 0 w 9153144"/>
              <a:gd name="connsiteY0" fmla="*/ 310896 h 3306064"/>
              <a:gd name="connsiteX1" fmla="*/ 2651760 w 9153144"/>
              <a:gd name="connsiteY1" fmla="*/ 45720 h 3306064"/>
              <a:gd name="connsiteX2" fmla="*/ 6986016 w 9153144"/>
              <a:gd name="connsiteY2" fmla="*/ 804672 h 3306064"/>
              <a:gd name="connsiteX3" fmla="*/ 9153144 w 9153144"/>
              <a:gd name="connsiteY3" fmla="*/ 283464 h 3306064"/>
              <a:gd name="connsiteX4" fmla="*/ 9144000 w 9153144"/>
              <a:gd name="connsiteY4" fmla="*/ 2862072 h 3306064"/>
              <a:gd name="connsiteX5" fmla="*/ 6986016 w 9153144"/>
              <a:gd name="connsiteY5" fmla="*/ 3246120 h 3306064"/>
              <a:gd name="connsiteX6" fmla="*/ 3169920 w 9153144"/>
              <a:gd name="connsiteY6" fmla="*/ 2502408 h 3306064"/>
              <a:gd name="connsiteX7" fmla="*/ 9144 w 9153144"/>
              <a:gd name="connsiteY7" fmla="*/ 3136392 h 3306064"/>
              <a:gd name="connsiteX8" fmla="*/ 0 w 9153144"/>
              <a:gd name="connsiteY8" fmla="*/ 310896 h 3306064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381 w 9153525"/>
              <a:gd name="connsiteY0" fmla="*/ 310896 h 3309112"/>
              <a:gd name="connsiteX1" fmla="*/ 2652141 w 9153525"/>
              <a:gd name="connsiteY1" fmla="*/ 45720 h 3309112"/>
              <a:gd name="connsiteX2" fmla="*/ 6986397 w 9153525"/>
              <a:gd name="connsiteY2" fmla="*/ 804672 h 3309112"/>
              <a:gd name="connsiteX3" fmla="*/ 9153525 w 9153525"/>
              <a:gd name="connsiteY3" fmla="*/ 283464 h 3309112"/>
              <a:gd name="connsiteX4" fmla="*/ 9144381 w 9153525"/>
              <a:gd name="connsiteY4" fmla="*/ 2862072 h 3309112"/>
              <a:gd name="connsiteX5" fmla="*/ 6986397 w 9153525"/>
              <a:gd name="connsiteY5" fmla="*/ 3246120 h 3309112"/>
              <a:gd name="connsiteX6" fmla="*/ 3270885 w 9153525"/>
              <a:gd name="connsiteY6" fmla="*/ 2484120 h 3309112"/>
              <a:gd name="connsiteX7" fmla="*/ 0 w 9153525"/>
              <a:gd name="connsiteY7" fmla="*/ 3143536 h 3309112"/>
              <a:gd name="connsiteX8" fmla="*/ 381 w 9153525"/>
              <a:gd name="connsiteY8" fmla="*/ 310896 h 3309112"/>
              <a:gd name="connsiteX0" fmla="*/ 381 w 9144647"/>
              <a:gd name="connsiteY0" fmla="*/ 310896 h 3309112"/>
              <a:gd name="connsiteX1" fmla="*/ 2652141 w 9144647"/>
              <a:gd name="connsiteY1" fmla="*/ 45720 h 3309112"/>
              <a:gd name="connsiteX2" fmla="*/ 6986397 w 9144647"/>
              <a:gd name="connsiteY2" fmla="*/ 804672 h 3309112"/>
              <a:gd name="connsiteX3" fmla="*/ 9144647 w 9144647"/>
              <a:gd name="connsiteY3" fmla="*/ 290862 h 3309112"/>
              <a:gd name="connsiteX4" fmla="*/ 9144381 w 9144647"/>
              <a:gd name="connsiteY4" fmla="*/ 2862072 h 3309112"/>
              <a:gd name="connsiteX5" fmla="*/ 6986397 w 9144647"/>
              <a:gd name="connsiteY5" fmla="*/ 3246120 h 3309112"/>
              <a:gd name="connsiteX6" fmla="*/ 3270885 w 9144647"/>
              <a:gd name="connsiteY6" fmla="*/ 2484120 h 3309112"/>
              <a:gd name="connsiteX7" fmla="*/ 0 w 9144647"/>
              <a:gd name="connsiteY7" fmla="*/ 3143536 h 3309112"/>
              <a:gd name="connsiteX8" fmla="*/ 381 w 9144647"/>
              <a:gd name="connsiteY8" fmla="*/ 310896 h 3309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647" h="3309112">
                <a:moveTo>
                  <a:pt x="381" y="310896"/>
                </a:moveTo>
                <a:cubicBezTo>
                  <a:pt x="779145" y="155448"/>
                  <a:pt x="1484757" y="0"/>
                  <a:pt x="2652141" y="45720"/>
                </a:cubicBezTo>
                <a:cubicBezTo>
                  <a:pt x="3819525" y="91440"/>
                  <a:pt x="5904313" y="763815"/>
                  <a:pt x="6986397" y="804672"/>
                </a:cubicBezTo>
                <a:cubicBezTo>
                  <a:pt x="8068481" y="845529"/>
                  <a:pt x="8437511" y="566706"/>
                  <a:pt x="9144647" y="290862"/>
                </a:cubicBezTo>
                <a:cubicBezTo>
                  <a:pt x="9144558" y="1147932"/>
                  <a:pt x="9144470" y="2005002"/>
                  <a:pt x="9144381" y="2862072"/>
                </a:cubicBezTo>
                <a:cubicBezTo>
                  <a:pt x="8450961" y="3142488"/>
                  <a:pt x="7965313" y="3309112"/>
                  <a:pt x="6986397" y="3246120"/>
                </a:cubicBezTo>
                <a:cubicBezTo>
                  <a:pt x="6007481" y="3183128"/>
                  <a:pt x="4435284" y="2501217"/>
                  <a:pt x="3270885" y="2484120"/>
                </a:cubicBezTo>
                <a:cubicBezTo>
                  <a:pt x="2106486" y="2467023"/>
                  <a:pt x="830580" y="2857024"/>
                  <a:pt x="0" y="3143536"/>
                </a:cubicBezTo>
                <a:lnTo>
                  <a:pt x="381" y="3108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0265664" y="1298448"/>
            <a:ext cx="1316736" cy="9875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9351264" y="1929384"/>
            <a:ext cx="682752" cy="512064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914400" y="4114800"/>
            <a:ext cx="1621536" cy="1216152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829056" y="2212847"/>
            <a:ext cx="10570464" cy="2203704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glow" dir="t">
                <a:rot lat="0" lon="0" rev="5400000"/>
              </a:lightRig>
            </a:scene3d>
            <a:sp3d extrusionH="57150" contourW="12700">
              <a:bevelT w="25400" h="25400"/>
              <a:contourClr>
                <a:schemeClr val="accent1">
                  <a:lumMod val="20000"/>
                  <a:lumOff val="8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800" b="1" kern="1200" smtClean="0"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gradFill flip="none" rotWithShape="1"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48000">
                      <a:schemeClr val="accent1">
                        <a:lumMod val="60000"/>
                        <a:lumOff val="40000"/>
                      </a:schemeClr>
                    </a:gs>
                    <a:gs pos="57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80010" dist="40640" dir="5040000" algn="tl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5486400"/>
            <a:ext cx="8534400" cy="667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SzPct val="85000"/>
              <a:buFont typeface="Wingdings" pitchFamily="2" charset="2"/>
              <a:buNone/>
              <a:defRPr lang="en-US" sz="200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5670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609600" y="1801368"/>
            <a:ext cx="10972800" cy="4526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 bwMode="gray">
          <a:xfrm>
            <a:off x="10887456" y="667512"/>
            <a:ext cx="1011936" cy="7589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0509504" y="1353312"/>
            <a:ext cx="512064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377952" y="786384"/>
            <a:ext cx="1328928" cy="996696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54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 vert="horz" lIns="91440" tIns="45720" rIns="91440" bIns="45720" rtlCol="0" anchor="ctr">
            <a:noAutofit/>
            <a:scene3d>
              <a:camera prst="orthographicFront"/>
              <a:lightRig rig="glow" dir="t">
                <a:rot lat="0" lon="0" rev="5400000"/>
              </a:lightRig>
            </a:scene3d>
            <a:sp3d extrusionH="57150" contourW="12700">
              <a:bevelT w="25400" h="25400"/>
              <a:contourClr>
                <a:schemeClr val="accent1">
                  <a:lumMod val="20000"/>
                  <a:lumOff val="8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1" kern="1200" smtClean="0"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gradFill flip="none" rotWithShape="1"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48000">
                      <a:schemeClr val="accent1">
                        <a:lumMod val="60000"/>
                        <a:lumOff val="40000"/>
                      </a:schemeClr>
                    </a:gs>
                    <a:gs pos="57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80010" dist="40640" dir="5040000" algn="tl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2909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/>
        </p:nvSpPr>
        <p:spPr bwMode="gray">
          <a:xfrm>
            <a:off x="0" y="426720"/>
            <a:ext cx="12192000" cy="4526280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0 h 4756452"/>
              <a:gd name="connsiteX1" fmla="*/ 0 w 9153196"/>
              <a:gd name="connsiteY1" fmla="*/ 4756452 h 4756452"/>
              <a:gd name="connsiteX2" fmla="*/ 2980996 w 9153196"/>
              <a:gd name="connsiteY2" fmla="*/ 4235436 h 4756452"/>
              <a:gd name="connsiteX3" fmla="*/ 6739180 w 9153196"/>
              <a:gd name="connsiteY3" fmla="*/ 4592052 h 4756452"/>
              <a:gd name="connsiteX4" fmla="*/ 9144052 w 9153196"/>
              <a:gd name="connsiteY4" fmla="*/ 4381740 h 4756452"/>
              <a:gd name="connsiteX5" fmla="*/ 9153196 w 9153196"/>
              <a:gd name="connsiteY5" fmla="*/ 3275316 h 4756452"/>
              <a:gd name="connsiteX6" fmla="*/ 52 w 9153196"/>
              <a:gd name="connsiteY6" fmla="*/ 0 h 4756452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4052 w 9153196"/>
              <a:gd name="connsiteY4" fmla="*/ 4383024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3996431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66917 w 9153196"/>
              <a:gd name="connsiteY3" fmla="*/ 4518094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66918 w 9153196"/>
              <a:gd name="connsiteY3" fmla="*/ 4459842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66918 w 9153196"/>
              <a:gd name="connsiteY3" fmla="*/ 4459842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66918 w 9153196"/>
              <a:gd name="connsiteY3" fmla="*/ 4459842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808828"/>
              <a:gd name="connsiteX1" fmla="*/ 0 w 9153196"/>
              <a:gd name="connsiteY1" fmla="*/ 4757736 h 4808828"/>
              <a:gd name="connsiteX2" fmla="*/ 2983307 w 9153196"/>
              <a:gd name="connsiteY2" fmla="*/ 3938179 h 4808828"/>
              <a:gd name="connsiteX3" fmla="*/ 6766918 w 9153196"/>
              <a:gd name="connsiteY3" fmla="*/ 4459842 h 4808828"/>
              <a:gd name="connsiteX4" fmla="*/ 9149297 w 9153196"/>
              <a:gd name="connsiteY4" fmla="*/ 4461355 h 4808828"/>
              <a:gd name="connsiteX5" fmla="*/ 9153196 w 9153196"/>
              <a:gd name="connsiteY5" fmla="*/ 0 h 4808828"/>
              <a:gd name="connsiteX6" fmla="*/ 52 w 9153196"/>
              <a:gd name="connsiteY6" fmla="*/ 1284 h 4808828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66918 w 9153196"/>
              <a:gd name="connsiteY3" fmla="*/ 4459842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66918 w 9153196"/>
              <a:gd name="connsiteY3" fmla="*/ 4459842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66918 w 9153196"/>
              <a:gd name="connsiteY3" fmla="*/ 4459842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3115058 w 9153196"/>
              <a:gd name="connsiteY2" fmla="*/ 3911480 h 4757736"/>
              <a:gd name="connsiteX3" fmla="*/ 6766918 w 9153196"/>
              <a:gd name="connsiteY3" fmla="*/ 4459842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3115058 w 9153196"/>
              <a:gd name="connsiteY2" fmla="*/ 3911480 h 4757736"/>
              <a:gd name="connsiteX3" fmla="*/ 6736870 w 9153196"/>
              <a:gd name="connsiteY3" fmla="*/ 4428289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3115058 w 9153196"/>
              <a:gd name="connsiteY2" fmla="*/ 3911480 h 4757736"/>
              <a:gd name="connsiteX3" fmla="*/ 6736870 w 9153196"/>
              <a:gd name="connsiteY3" fmla="*/ 4428289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3115058 w 9153196"/>
              <a:gd name="connsiteY2" fmla="*/ 3911480 h 4757736"/>
              <a:gd name="connsiteX3" fmla="*/ 6736870 w 9153196"/>
              <a:gd name="connsiteY3" fmla="*/ 4428289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3115058 w 9153196"/>
              <a:gd name="connsiteY2" fmla="*/ 3911480 h 4757736"/>
              <a:gd name="connsiteX3" fmla="*/ 6736870 w 9153196"/>
              <a:gd name="connsiteY3" fmla="*/ 4428289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3115058 w 9153196"/>
              <a:gd name="connsiteY2" fmla="*/ 3911480 h 4757736"/>
              <a:gd name="connsiteX3" fmla="*/ 6736870 w 9153196"/>
              <a:gd name="connsiteY3" fmla="*/ 4428289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3196" h="4757736">
                <a:moveTo>
                  <a:pt x="52" y="1284"/>
                </a:moveTo>
                <a:cubicBezTo>
                  <a:pt x="35" y="491948"/>
                  <a:pt x="17" y="4267072"/>
                  <a:pt x="0" y="4757736"/>
                </a:cubicBezTo>
                <a:cubicBezTo>
                  <a:pt x="402972" y="4559785"/>
                  <a:pt x="1992246" y="3966388"/>
                  <a:pt x="3115058" y="3911480"/>
                </a:cubicBezTo>
                <a:cubicBezTo>
                  <a:pt x="4237870" y="3856572"/>
                  <a:pt x="5939190" y="4331788"/>
                  <a:pt x="6736870" y="4428289"/>
                </a:cubicBezTo>
                <a:cubicBezTo>
                  <a:pt x="7534550" y="4524790"/>
                  <a:pt x="8253185" y="4658343"/>
                  <a:pt x="9149297" y="4461355"/>
                </a:cubicBezTo>
                <a:cubicBezTo>
                  <a:pt x="9150597" y="3000127"/>
                  <a:pt x="9151896" y="1461228"/>
                  <a:pt x="9153196" y="0"/>
                </a:cubicBezTo>
                <a:lnTo>
                  <a:pt x="52" y="1284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Freeform 6"/>
          <p:cNvSpPr/>
          <p:nvPr/>
        </p:nvSpPr>
        <p:spPr bwMode="invGray">
          <a:xfrm>
            <a:off x="-69" y="0"/>
            <a:ext cx="12192000" cy="4526280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0 h 4756452"/>
              <a:gd name="connsiteX1" fmla="*/ 0 w 9153196"/>
              <a:gd name="connsiteY1" fmla="*/ 4756452 h 4756452"/>
              <a:gd name="connsiteX2" fmla="*/ 2980996 w 9153196"/>
              <a:gd name="connsiteY2" fmla="*/ 4235436 h 4756452"/>
              <a:gd name="connsiteX3" fmla="*/ 6739180 w 9153196"/>
              <a:gd name="connsiteY3" fmla="*/ 4592052 h 4756452"/>
              <a:gd name="connsiteX4" fmla="*/ 9144052 w 9153196"/>
              <a:gd name="connsiteY4" fmla="*/ 4381740 h 4756452"/>
              <a:gd name="connsiteX5" fmla="*/ 9153196 w 9153196"/>
              <a:gd name="connsiteY5" fmla="*/ 3275316 h 4756452"/>
              <a:gd name="connsiteX6" fmla="*/ 52 w 9153196"/>
              <a:gd name="connsiteY6" fmla="*/ 0 h 4756452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4052 w 9153196"/>
              <a:gd name="connsiteY4" fmla="*/ 4383024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3196" h="4757736">
                <a:moveTo>
                  <a:pt x="52" y="1284"/>
                </a:moveTo>
                <a:cubicBezTo>
                  <a:pt x="35" y="491948"/>
                  <a:pt x="17" y="4267072"/>
                  <a:pt x="0" y="4757736"/>
                </a:cubicBezTo>
                <a:cubicBezTo>
                  <a:pt x="414528" y="4596192"/>
                  <a:pt x="1857799" y="4264120"/>
                  <a:pt x="2980996" y="4236720"/>
                </a:cubicBezTo>
                <a:cubicBezTo>
                  <a:pt x="4104193" y="4209320"/>
                  <a:pt x="5900665" y="4503309"/>
                  <a:pt x="6739180" y="4593336"/>
                </a:cubicBezTo>
                <a:cubicBezTo>
                  <a:pt x="7577695" y="4683363"/>
                  <a:pt x="8253185" y="4731157"/>
                  <a:pt x="9149297" y="4383685"/>
                </a:cubicBezTo>
                <a:cubicBezTo>
                  <a:pt x="9150597" y="2922457"/>
                  <a:pt x="9151896" y="1461228"/>
                  <a:pt x="9153196" y="0"/>
                </a:cubicBezTo>
                <a:lnTo>
                  <a:pt x="52" y="1284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  <a:alpha val="69000"/>
                </a:schemeClr>
              </a:gs>
              <a:gs pos="100000">
                <a:schemeClr val="accent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0753344" y="3849624"/>
            <a:ext cx="1011936" cy="7589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0387584" y="4535424"/>
            <a:ext cx="512064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402336" y="3840480"/>
            <a:ext cx="1328928" cy="996696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54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1524000" y="5129785"/>
            <a:ext cx="9717024" cy="1362075"/>
          </a:xfr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000" b="1" kern="1200" cap="all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1524000" y="4425696"/>
            <a:ext cx="9717024" cy="71323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72861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 bwMode="gray">
          <a:xfrm>
            <a:off x="0" y="0"/>
            <a:ext cx="12192000" cy="1929384"/>
          </a:xfrm>
          <a:custGeom>
            <a:avLst/>
            <a:gdLst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  <a:gd name="connsiteX0" fmla="*/ 0 w 9144000"/>
              <a:gd name="connsiteY0" fmla="*/ 256032 h 2104644"/>
              <a:gd name="connsiteX1" fmla="*/ 0 w 9144000"/>
              <a:gd name="connsiteY1" fmla="*/ 1929384 h 2104644"/>
              <a:gd name="connsiteX2" fmla="*/ 2971800 w 9144000"/>
              <a:gd name="connsiteY2" fmla="*/ 1307592 h 2104644"/>
              <a:gd name="connsiteX3" fmla="*/ 9134856 w 9144000"/>
              <a:gd name="connsiteY3" fmla="*/ 1609344 h 2104644"/>
              <a:gd name="connsiteX4" fmla="*/ 9144000 w 9144000"/>
              <a:gd name="connsiteY4" fmla="*/ 0 h 2104644"/>
              <a:gd name="connsiteX5" fmla="*/ 8503920 w 9144000"/>
              <a:gd name="connsiteY5" fmla="*/ 0 h 2104644"/>
              <a:gd name="connsiteX6" fmla="*/ 3858768 w 9144000"/>
              <a:gd name="connsiteY6" fmla="*/ 320040 h 2104644"/>
              <a:gd name="connsiteX7" fmla="*/ 0 w 9144000"/>
              <a:gd name="connsiteY7" fmla="*/ 256032 h 2104644"/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1929384">
                <a:moveTo>
                  <a:pt x="0" y="256032"/>
                </a:moveTo>
                <a:lnTo>
                  <a:pt x="0" y="1929384"/>
                </a:lnTo>
                <a:cubicBezTo>
                  <a:pt x="574548" y="1726692"/>
                  <a:pt x="1449324" y="1360932"/>
                  <a:pt x="2971800" y="1307592"/>
                </a:cubicBezTo>
                <a:cubicBezTo>
                  <a:pt x="4494276" y="1254252"/>
                  <a:pt x="7606284" y="1872996"/>
                  <a:pt x="9134856" y="1609344"/>
                </a:cubicBezTo>
                <a:lnTo>
                  <a:pt x="9144000" y="0"/>
                </a:lnTo>
                <a:lnTo>
                  <a:pt x="8503920" y="0"/>
                </a:lnTo>
                <a:cubicBezTo>
                  <a:pt x="7543800" y="844296"/>
                  <a:pt x="5111496" y="420624"/>
                  <a:pt x="3858768" y="320040"/>
                </a:cubicBezTo>
                <a:cubicBezTo>
                  <a:pt x="2606040" y="219456"/>
                  <a:pt x="1435608" y="76200"/>
                  <a:pt x="0" y="256032"/>
                </a:cubicBezTo>
                <a:close/>
              </a:path>
            </a:pathLst>
          </a:custGeom>
          <a:solidFill>
            <a:srgbClr val="40C6D8">
              <a:alpha val="4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Freeform 8"/>
          <p:cNvSpPr/>
          <p:nvPr/>
        </p:nvSpPr>
        <p:spPr bwMode="invGray">
          <a:xfrm>
            <a:off x="-509" y="228600"/>
            <a:ext cx="12192508" cy="1409700"/>
          </a:xfrm>
          <a:custGeom>
            <a:avLst/>
            <a:gdLst>
              <a:gd name="connsiteX0" fmla="*/ 0 w 9144000"/>
              <a:gd name="connsiteY0" fmla="*/ 393192 h 1344168"/>
              <a:gd name="connsiteX1" fmla="*/ 4544568 w 9144000"/>
              <a:gd name="connsiteY1" fmla="*/ 201168 h 1344168"/>
              <a:gd name="connsiteX2" fmla="*/ 9144000 w 9144000"/>
              <a:gd name="connsiteY2" fmla="*/ 0 h 1344168"/>
              <a:gd name="connsiteX3" fmla="*/ 9144000 w 9144000"/>
              <a:gd name="connsiteY3" fmla="*/ 1042416 h 1344168"/>
              <a:gd name="connsiteX4" fmla="*/ 4407408 w 9144000"/>
              <a:gd name="connsiteY4" fmla="*/ 978408 h 1344168"/>
              <a:gd name="connsiteX5" fmla="*/ 9144 w 9144000"/>
              <a:gd name="connsiteY5" fmla="*/ 1344168 h 1344168"/>
              <a:gd name="connsiteX6" fmla="*/ 0 w 9144000"/>
              <a:gd name="connsiteY6" fmla="*/ 393192 h 1344168"/>
              <a:gd name="connsiteX0" fmla="*/ 0 w 9144000"/>
              <a:gd name="connsiteY0" fmla="*/ 426720 h 1377696"/>
              <a:gd name="connsiteX1" fmla="*/ 4544568 w 9144000"/>
              <a:gd name="connsiteY1" fmla="*/ 234696 h 1377696"/>
              <a:gd name="connsiteX2" fmla="*/ 9144000 w 9144000"/>
              <a:gd name="connsiteY2" fmla="*/ 33528 h 1377696"/>
              <a:gd name="connsiteX3" fmla="*/ 9144000 w 9144000"/>
              <a:gd name="connsiteY3" fmla="*/ 1075944 h 1377696"/>
              <a:gd name="connsiteX4" fmla="*/ 4407408 w 9144000"/>
              <a:gd name="connsiteY4" fmla="*/ 1011936 h 1377696"/>
              <a:gd name="connsiteX5" fmla="*/ 9144 w 9144000"/>
              <a:gd name="connsiteY5" fmla="*/ 1377696 h 1377696"/>
              <a:gd name="connsiteX6" fmla="*/ 0 w 9144000"/>
              <a:gd name="connsiteY6" fmla="*/ 426720 h 1377696"/>
              <a:gd name="connsiteX0" fmla="*/ 0 w 9144000"/>
              <a:gd name="connsiteY0" fmla="*/ 426720 h 1377696"/>
              <a:gd name="connsiteX1" fmla="*/ 4544568 w 9144000"/>
              <a:gd name="connsiteY1" fmla="*/ 234696 h 1377696"/>
              <a:gd name="connsiteX2" fmla="*/ 9144000 w 9144000"/>
              <a:gd name="connsiteY2" fmla="*/ 33528 h 1377696"/>
              <a:gd name="connsiteX3" fmla="*/ 9144000 w 9144000"/>
              <a:gd name="connsiteY3" fmla="*/ 1075944 h 1377696"/>
              <a:gd name="connsiteX4" fmla="*/ 4407408 w 9144000"/>
              <a:gd name="connsiteY4" fmla="*/ 1011936 h 1377696"/>
              <a:gd name="connsiteX5" fmla="*/ 9144 w 9144000"/>
              <a:gd name="connsiteY5" fmla="*/ 1377696 h 1377696"/>
              <a:gd name="connsiteX6" fmla="*/ 0 w 9144000"/>
              <a:gd name="connsiteY6" fmla="*/ 426720 h 1377696"/>
              <a:gd name="connsiteX0" fmla="*/ 0 w 9144000"/>
              <a:gd name="connsiteY0" fmla="*/ 426720 h 1377696"/>
              <a:gd name="connsiteX1" fmla="*/ 4544568 w 9144000"/>
              <a:gd name="connsiteY1" fmla="*/ 234696 h 1377696"/>
              <a:gd name="connsiteX2" fmla="*/ 9144000 w 9144000"/>
              <a:gd name="connsiteY2" fmla="*/ 33528 h 1377696"/>
              <a:gd name="connsiteX3" fmla="*/ 9144000 w 9144000"/>
              <a:gd name="connsiteY3" fmla="*/ 1075944 h 1377696"/>
              <a:gd name="connsiteX4" fmla="*/ 4407408 w 9144000"/>
              <a:gd name="connsiteY4" fmla="*/ 1011936 h 1377696"/>
              <a:gd name="connsiteX5" fmla="*/ 9144 w 9144000"/>
              <a:gd name="connsiteY5" fmla="*/ 1377696 h 1377696"/>
              <a:gd name="connsiteX6" fmla="*/ 0 w 9144000"/>
              <a:gd name="connsiteY6" fmla="*/ 426720 h 1377696"/>
              <a:gd name="connsiteX0" fmla="*/ 0 w 9144000"/>
              <a:gd name="connsiteY0" fmla="*/ 426720 h 1377696"/>
              <a:gd name="connsiteX1" fmla="*/ 4544568 w 9144000"/>
              <a:gd name="connsiteY1" fmla="*/ 234696 h 1377696"/>
              <a:gd name="connsiteX2" fmla="*/ 9144000 w 9144000"/>
              <a:gd name="connsiteY2" fmla="*/ 33528 h 1377696"/>
              <a:gd name="connsiteX3" fmla="*/ 9144000 w 9144000"/>
              <a:gd name="connsiteY3" fmla="*/ 1075944 h 1377696"/>
              <a:gd name="connsiteX4" fmla="*/ 4407408 w 9144000"/>
              <a:gd name="connsiteY4" fmla="*/ 1011936 h 1377696"/>
              <a:gd name="connsiteX5" fmla="*/ 9144 w 9144000"/>
              <a:gd name="connsiteY5" fmla="*/ 1377696 h 1377696"/>
              <a:gd name="connsiteX6" fmla="*/ 0 w 9144000"/>
              <a:gd name="connsiteY6" fmla="*/ 426720 h 1377696"/>
              <a:gd name="connsiteX0" fmla="*/ 0 w 9144000"/>
              <a:gd name="connsiteY0" fmla="*/ 426720 h 1475232"/>
              <a:gd name="connsiteX1" fmla="*/ 4544568 w 9144000"/>
              <a:gd name="connsiteY1" fmla="*/ 234696 h 1475232"/>
              <a:gd name="connsiteX2" fmla="*/ 9144000 w 9144000"/>
              <a:gd name="connsiteY2" fmla="*/ 33528 h 1475232"/>
              <a:gd name="connsiteX3" fmla="*/ 9144000 w 9144000"/>
              <a:gd name="connsiteY3" fmla="*/ 1075944 h 1475232"/>
              <a:gd name="connsiteX4" fmla="*/ 4407408 w 9144000"/>
              <a:gd name="connsiteY4" fmla="*/ 1011936 h 1475232"/>
              <a:gd name="connsiteX5" fmla="*/ 9144 w 9144000"/>
              <a:gd name="connsiteY5" fmla="*/ 1377696 h 1475232"/>
              <a:gd name="connsiteX6" fmla="*/ 0 w 9144000"/>
              <a:gd name="connsiteY6" fmla="*/ 426720 h 1475232"/>
              <a:gd name="connsiteX0" fmla="*/ 0 w 9144000"/>
              <a:gd name="connsiteY0" fmla="*/ 426720 h 1475232"/>
              <a:gd name="connsiteX1" fmla="*/ 4544568 w 9144000"/>
              <a:gd name="connsiteY1" fmla="*/ 234696 h 1475232"/>
              <a:gd name="connsiteX2" fmla="*/ 9144000 w 9144000"/>
              <a:gd name="connsiteY2" fmla="*/ 33528 h 1475232"/>
              <a:gd name="connsiteX3" fmla="*/ 9144000 w 9144000"/>
              <a:gd name="connsiteY3" fmla="*/ 1075944 h 1475232"/>
              <a:gd name="connsiteX4" fmla="*/ 4407408 w 9144000"/>
              <a:gd name="connsiteY4" fmla="*/ 1011936 h 1475232"/>
              <a:gd name="connsiteX5" fmla="*/ 9144 w 9144000"/>
              <a:gd name="connsiteY5" fmla="*/ 1377696 h 1475232"/>
              <a:gd name="connsiteX6" fmla="*/ 0 w 9144000"/>
              <a:gd name="connsiteY6" fmla="*/ 426720 h 1475232"/>
              <a:gd name="connsiteX0" fmla="*/ 0 w 9144000"/>
              <a:gd name="connsiteY0" fmla="*/ 426720 h 1377696"/>
              <a:gd name="connsiteX1" fmla="*/ 4544568 w 9144000"/>
              <a:gd name="connsiteY1" fmla="*/ 234696 h 1377696"/>
              <a:gd name="connsiteX2" fmla="*/ 9144000 w 9144000"/>
              <a:gd name="connsiteY2" fmla="*/ 33528 h 1377696"/>
              <a:gd name="connsiteX3" fmla="*/ 9144000 w 9144000"/>
              <a:gd name="connsiteY3" fmla="*/ 1075944 h 1377696"/>
              <a:gd name="connsiteX4" fmla="*/ 4407408 w 9144000"/>
              <a:gd name="connsiteY4" fmla="*/ 1011936 h 1377696"/>
              <a:gd name="connsiteX5" fmla="*/ 9144 w 9144000"/>
              <a:gd name="connsiteY5" fmla="*/ 1377696 h 1377696"/>
              <a:gd name="connsiteX6" fmla="*/ 0 w 9144000"/>
              <a:gd name="connsiteY6" fmla="*/ 426720 h 1377696"/>
              <a:gd name="connsiteX0" fmla="*/ 0 w 9144000"/>
              <a:gd name="connsiteY0" fmla="*/ 426720 h 1409700"/>
              <a:gd name="connsiteX1" fmla="*/ 4544568 w 9144000"/>
              <a:gd name="connsiteY1" fmla="*/ 234696 h 1409700"/>
              <a:gd name="connsiteX2" fmla="*/ 9144000 w 9144000"/>
              <a:gd name="connsiteY2" fmla="*/ 33528 h 1409700"/>
              <a:gd name="connsiteX3" fmla="*/ 9144000 w 9144000"/>
              <a:gd name="connsiteY3" fmla="*/ 1075944 h 1409700"/>
              <a:gd name="connsiteX4" fmla="*/ 4407408 w 9144000"/>
              <a:gd name="connsiteY4" fmla="*/ 1011936 h 1409700"/>
              <a:gd name="connsiteX5" fmla="*/ 9144 w 9144000"/>
              <a:gd name="connsiteY5" fmla="*/ 1377696 h 1409700"/>
              <a:gd name="connsiteX6" fmla="*/ 0 w 9144000"/>
              <a:gd name="connsiteY6" fmla="*/ 426720 h 1409700"/>
              <a:gd name="connsiteX0" fmla="*/ 381 w 9144381"/>
              <a:gd name="connsiteY0" fmla="*/ 426720 h 1409700"/>
              <a:gd name="connsiteX1" fmla="*/ 4544949 w 9144381"/>
              <a:gd name="connsiteY1" fmla="*/ 234696 h 1409700"/>
              <a:gd name="connsiteX2" fmla="*/ 9144381 w 9144381"/>
              <a:gd name="connsiteY2" fmla="*/ 33528 h 1409700"/>
              <a:gd name="connsiteX3" fmla="*/ 9144381 w 9144381"/>
              <a:gd name="connsiteY3" fmla="*/ 1075944 h 1409700"/>
              <a:gd name="connsiteX4" fmla="*/ 4407789 w 9144381"/>
              <a:gd name="connsiteY4" fmla="*/ 1011936 h 1409700"/>
              <a:gd name="connsiteX5" fmla="*/ 0 w 9144381"/>
              <a:gd name="connsiteY5" fmla="*/ 1384071 h 1409700"/>
              <a:gd name="connsiteX6" fmla="*/ 381 w 9144381"/>
              <a:gd name="connsiteY6" fmla="*/ 42672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381" h="1409700">
                <a:moveTo>
                  <a:pt x="381" y="426720"/>
                </a:moveTo>
                <a:cubicBezTo>
                  <a:pt x="1664589" y="0"/>
                  <a:pt x="3036189" y="134112"/>
                  <a:pt x="4544949" y="234696"/>
                </a:cubicBezTo>
                <a:cubicBezTo>
                  <a:pt x="6053709" y="335280"/>
                  <a:pt x="8239125" y="509016"/>
                  <a:pt x="9144381" y="33528"/>
                </a:cubicBezTo>
                <a:lnTo>
                  <a:pt x="9144381" y="1075944"/>
                </a:lnTo>
                <a:cubicBezTo>
                  <a:pt x="8004429" y="1409700"/>
                  <a:pt x="5931852" y="960582"/>
                  <a:pt x="4407789" y="1011936"/>
                </a:cubicBezTo>
                <a:cubicBezTo>
                  <a:pt x="2883726" y="1063290"/>
                  <a:pt x="1237488" y="1109751"/>
                  <a:pt x="0" y="1384071"/>
                </a:cubicBezTo>
                <a:lnTo>
                  <a:pt x="381" y="426720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11082528" y="100584"/>
            <a:ext cx="816864" cy="61264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082784" y="173736"/>
            <a:ext cx="487680" cy="365760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280416" y="932688"/>
            <a:ext cx="1328928" cy="996696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54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74520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74520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6852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624328"/>
            <a:ext cx="5386917" cy="369417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624328"/>
            <a:ext cx="5389033" cy="369417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 bwMode="gray">
          <a:xfrm>
            <a:off x="10972800" y="1005840"/>
            <a:ext cx="816864" cy="61264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265664" y="969264"/>
            <a:ext cx="512064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377952" y="786384"/>
            <a:ext cx="1328928" cy="996696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54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609600" y="1874520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black">
          <a:xfrm>
            <a:off x="6193368" y="1874520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40904128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/>
          <p:nvPr/>
        </p:nvSpPr>
        <p:spPr bwMode="gray">
          <a:xfrm>
            <a:off x="0" y="1"/>
            <a:ext cx="12200827" cy="1281822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80996 w 9153196"/>
              <a:gd name="connsiteY2" fmla="*/ 96012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6108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610884 h 18621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2999284 w 9153196"/>
              <a:gd name="connsiteY2" fmla="*/ 441960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9144052 w 9153196"/>
              <a:gd name="connsiteY3" fmla="*/ 877824 h 1252536"/>
              <a:gd name="connsiteX4" fmla="*/ 9153196 w 9153196"/>
              <a:gd name="connsiteY4" fmla="*/ 0 h 1252536"/>
              <a:gd name="connsiteX5" fmla="*/ 52 w 9153196"/>
              <a:gd name="connsiteY5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9144052 w 9153196"/>
              <a:gd name="connsiteY3" fmla="*/ 877824 h 1252536"/>
              <a:gd name="connsiteX4" fmla="*/ 9153196 w 9153196"/>
              <a:gd name="connsiteY4" fmla="*/ 0 h 1252536"/>
              <a:gd name="connsiteX5" fmla="*/ 52 w 9153196"/>
              <a:gd name="connsiteY5" fmla="*/ 1284 h 1252536"/>
              <a:gd name="connsiteX0" fmla="*/ 52 w 9153196"/>
              <a:gd name="connsiteY0" fmla="*/ 1284 h 1279374"/>
              <a:gd name="connsiteX1" fmla="*/ 0 w 9153196"/>
              <a:gd name="connsiteY1" fmla="*/ 1252536 h 1279374"/>
              <a:gd name="connsiteX2" fmla="*/ 3620429 w 9153196"/>
              <a:gd name="connsiteY2" fmla="*/ 483524 h 1279374"/>
              <a:gd name="connsiteX3" fmla="*/ 9144052 w 9153196"/>
              <a:gd name="connsiteY3" fmla="*/ 877824 h 1279374"/>
              <a:gd name="connsiteX4" fmla="*/ 9153196 w 9153196"/>
              <a:gd name="connsiteY4" fmla="*/ 0 h 1279374"/>
              <a:gd name="connsiteX5" fmla="*/ 52 w 9153196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0429 w 9150620"/>
              <a:gd name="connsiteY2" fmla="*/ 48352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41211 w 9150620"/>
              <a:gd name="connsiteY2" fmla="*/ 459690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41211 w 9150620"/>
              <a:gd name="connsiteY2" fmla="*/ 459690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52536"/>
              <a:gd name="connsiteX1" fmla="*/ 0 w 9150620"/>
              <a:gd name="connsiteY1" fmla="*/ 1252536 h 1252536"/>
              <a:gd name="connsiteX2" fmla="*/ 3622738 w 9150620"/>
              <a:gd name="connsiteY2" fmla="*/ 425264 h 1252536"/>
              <a:gd name="connsiteX3" fmla="*/ 9144052 w 9150620"/>
              <a:gd name="connsiteY3" fmla="*/ 877824 h 1252536"/>
              <a:gd name="connsiteX4" fmla="*/ 9150620 w 9150620"/>
              <a:gd name="connsiteY4" fmla="*/ 0 h 1252536"/>
              <a:gd name="connsiteX5" fmla="*/ 52 w 9150620"/>
              <a:gd name="connsiteY5" fmla="*/ 1284 h 1252536"/>
              <a:gd name="connsiteX0" fmla="*/ 52 w 9150620"/>
              <a:gd name="connsiteY0" fmla="*/ 1284 h 1252536"/>
              <a:gd name="connsiteX1" fmla="*/ 0 w 9150620"/>
              <a:gd name="connsiteY1" fmla="*/ 1252536 h 1252536"/>
              <a:gd name="connsiteX2" fmla="*/ 3622738 w 9150620"/>
              <a:gd name="connsiteY2" fmla="*/ 425264 h 1252536"/>
              <a:gd name="connsiteX3" fmla="*/ 9144052 w 9150620"/>
              <a:gd name="connsiteY3" fmla="*/ 877824 h 1252536"/>
              <a:gd name="connsiteX4" fmla="*/ 9150620 w 9150620"/>
              <a:gd name="connsiteY4" fmla="*/ 0 h 1252536"/>
              <a:gd name="connsiteX5" fmla="*/ 52 w 9150620"/>
              <a:gd name="connsiteY5" fmla="*/ 1284 h 1252536"/>
              <a:gd name="connsiteX0" fmla="*/ 52 w 9150620"/>
              <a:gd name="connsiteY0" fmla="*/ 1284 h 1340282"/>
              <a:gd name="connsiteX1" fmla="*/ 0 w 9150620"/>
              <a:gd name="connsiteY1" fmla="*/ 1252536 h 1340282"/>
              <a:gd name="connsiteX2" fmla="*/ 3622738 w 9150620"/>
              <a:gd name="connsiteY2" fmla="*/ 425264 h 1340282"/>
              <a:gd name="connsiteX3" fmla="*/ 9144052 w 9150620"/>
              <a:gd name="connsiteY3" fmla="*/ 877824 h 1340282"/>
              <a:gd name="connsiteX4" fmla="*/ 9150620 w 9150620"/>
              <a:gd name="connsiteY4" fmla="*/ 0 h 1340282"/>
              <a:gd name="connsiteX5" fmla="*/ 52 w 9150620"/>
              <a:gd name="connsiteY5" fmla="*/ 1284 h 1340282"/>
              <a:gd name="connsiteX0" fmla="*/ 52 w 9150620"/>
              <a:gd name="connsiteY0" fmla="*/ 1284 h 1470041"/>
              <a:gd name="connsiteX1" fmla="*/ 0 w 9150620"/>
              <a:gd name="connsiteY1" fmla="*/ 1252536 h 1470041"/>
              <a:gd name="connsiteX2" fmla="*/ 3622738 w 9150620"/>
              <a:gd name="connsiteY2" fmla="*/ 425264 h 1470041"/>
              <a:gd name="connsiteX3" fmla="*/ 9144052 w 9150620"/>
              <a:gd name="connsiteY3" fmla="*/ 877824 h 1470041"/>
              <a:gd name="connsiteX4" fmla="*/ 9150620 w 9150620"/>
              <a:gd name="connsiteY4" fmla="*/ 0 h 1470041"/>
              <a:gd name="connsiteX5" fmla="*/ 52 w 9150620"/>
              <a:gd name="connsiteY5" fmla="*/ 1284 h 1470041"/>
              <a:gd name="connsiteX0" fmla="*/ 52 w 9150620"/>
              <a:gd name="connsiteY0" fmla="*/ 1284 h 1470041"/>
              <a:gd name="connsiteX1" fmla="*/ 0 w 9150620"/>
              <a:gd name="connsiteY1" fmla="*/ 1252536 h 1470041"/>
              <a:gd name="connsiteX2" fmla="*/ 3622738 w 9150620"/>
              <a:gd name="connsiteY2" fmla="*/ 425264 h 1470041"/>
              <a:gd name="connsiteX3" fmla="*/ 9144052 w 9150620"/>
              <a:gd name="connsiteY3" fmla="*/ 877824 h 1470041"/>
              <a:gd name="connsiteX4" fmla="*/ 9150620 w 9150620"/>
              <a:gd name="connsiteY4" fmla="*/ 0 h 1470041"/>
              <a:gd name="connsiteX5" fmla="*/ 52 w 9150620"/>
              <a:gd name="connsiteY5" fmla="*/ 1284 h 1470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50620" h="1470041">
                <a:moveTo>
                  <a:pt x="52" y="1284"/>
                </a:moveTo>
                <a:cubicBezTo>
                  <a:pt x="35" y="491948"/>
                  <a:pt x="17" y="761872"/>
                  <a:pt x="0" y="1252536"/>
                </a:cubicBezTo>
                <a:cubicBezTo>
                  <a:pt x="304800" y="1097088"/>
                  <a:pt x="1803165" y="328826"/>
                  <a:pt x="3622738" y="425264"/>
                </a:cubicBezTo>
                <a:cubicBezTo>
                  <a:pt x="5442311" y="521702"/>
                  <a:pt x="6970396" y="1470041"/>
                  <a:pt x="9144052" y="877824"/>
                </a:cubicBezTo>
                <a:cubicBezTo>
                  <a:pt x="9146241" y="585216"/>
                  <a:pt x="9148431" y="292608"/>
                  <a:pt x="9150620" y="0"/>
                </a:cubicBezTo>
                <a:lnTo>
                  <a:pt x="52" y="1284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reeform 5"/>
          <p:cNvSpPr/>
          <p:nvPr/>
        </p:nvSpPr>
        <p:spPr bwMode="invGray">
          <a:xfrm>
            <a:off x="-69" y="-1972"/>
            <a:ext cx="12192069" cy="1094171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763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763284 h 1481136"/>
              <a:gd name="connsiteX0" fmla="*/ 52 w 9153196"/>
              <a:gd name="connsiteY0" fmla="*/ 1284 h 719136"/>
              <a:gd name="connsiteX1" fmla="*/ 0 w 9153196"/>
              <a:gd name="connsiteY1" fmla="*/ 719136 h 719136"/>
              <a:gd name="connsiteX2" fmla="*/ 2980996 w 9153196"/>
              <a:gd name="connsiteY2" fmla="*/ 198120 h 719136"/>
              <a:gd name="connsiteX3" fmla="*/ 6739180 w 9153196"/>
              <a:gd name="connsiteY3" fmla="*/ 554736 h 719136"/>
              <a:gd name="connsiteX4" fmla="*/ 9144052 w 9153196"/>
              <a:gd name="connsiteY4" fmla="*/ 344424 h 719136"/>
              <a:gd name="connsiteX5" fmla="*/ 9153196 w 9153196"/>
              <a:gd name="connsiteY5" fmla="*/ 0 h 719136"/>
              <a:gd name="connsiteX6" fmla="*/ 52 w 9153196"/>
              <a:gd name="connsiteY6" fmla="*/ 1284 h 719136"/>
              <a:gd name="connsiteX0" fmla="*/ 17 w 9162305"/>
              <a:gd name="connsiteY0" fmla="*/ 0 h 775764"/>
              <a:gd name="connsiteX1" fmla="*/ 9109 w 9162305"/>
              <a:gd name="connsiteY1" fmla="*/ 775764 h 775764"/>
              <a:gd name="connsiteX2" fmla="*/ 2990105 w 9162305"/>
              <a:gd name="connsiteY2" fmla="*/ 254748 h 775764"/>
              <a:gd name="connsiteX3" fmla="*/ 6748289 w 9162305"/>
              <a:gd name="connsiteY3" fmla="*/ 611364 h 775764"/>
              <a:gd name="connsiteX4" fmla="*/ 9153161 w 9162305"/>
              <a:gd name="connsiteY4" fmla="*/ 401052 h 775764"/>
              <a:gd name="connsiteX5" fmla="*/ 9162305 w 9162305"/>
              <a:gd name="connsiteY5" fmla="*/ 56628 h 775764"/>
              <a:gd name="connsiteX6" fmla="*/ 17 w 9162305"/>
              <a:gd name="connsiteY6" fmla="*/ 0 h 775764"/>
              <a:gd name="connsiteX0" fmla="*/ 17 w 9162305"/>
              <a:gd name="connsiteY0" fmla="*/ 0 h 821484"/>
              <a:gd name="connsiteX1" fmla="*/ 9109 w 9162305"/>
              <a:gd name="connsiteY1" fmla="*/ 821484 h 821484"/>
              <a:gd name="connsiteX2" fmla="*/ 2990105 w 9162305"/>
              <a:gd name="connsiteY2" fmla="*/ 300468 h 821484"/>
              <a:gd name="connsiteX3" fmla="*/ 6748289 w 9162305"/>
              <a:gd name="connsiteY3" fmla="*/ 657084 h 821484"/>
              <a:gd name="connsiteX4" fmla="*/ 9153161 w 9162305"/>
              <a:gd name="connsiteY4" fmla="*/ 446772 h 821484"/>
              <a:gd name="connsiteX5" fmla="*/ 9162305 w 9162305"/>
              <a:gd name="connsiteY5" fmla="*/ 102348 h 821484"/>
              <a:gd name="connsiteX6" fmla="*/ 17 w 9162305"/>
              <a:gd name="connsiteY6" fmla="*/ 0 h 821484"/>
              <a:gd name="connsiteX0" fmla="*/ 17 w 9162305"/>
              <a:gd name="connsiteY0" fmla="*/ 0 h 848916"/>
              <a:gd name="connsiteX1" fmla="*/ 9109 w 9162305"/>
              <a:gd name="connsiteY1" fmla="*/ 848916 h 848916"/>
              <a:gd name="connsiteX2" fmla="*/ 2990105 w 9162305"/>
              <a:gd name="connsiteY2" fmla="*/ 327900 h 848916"/>
              <a:gd name="connsiteX3" fmla="*/ 6748289 w 9162305"/>
              <a:gd name="connsiteY3" fmla="*/ 684516 h 848916"/>
              <a:gd name="connsiteX4" fmla="*/ 9153161 w 9162305"/>
              <a:gd name="connsiteY4" fmla="*/ 474204 h 848916"/>
              <a:gd name="connsiteX5" fmla="*/ 9162305 w 9162305"/>
              <a:gd name="connsiteY5" fmla="*/ 129780 h 848916"/>
              <a:gd name="connsiteX6" fmla="*/ 17 w 9162305"/>
              <a:gd name="connsiteY6" fmla="*/ 0 h 848916"/>
              <a:gd name="connsiteX0" fmla="*/ 17 w 9171449"/>
              <a:gd name="connsiteY0" fmla="*/ 0 h 864156"/>
              <a:gd name="connsiteX1" fmla="*/ 18253 w 9171449"/>
              <a:gd name="connsiteY1" fmla="*/ 864156 h 864156"/>
              <a:gd name="connsiteX2" fmla="*/ 2999249 w 9171449"/>
              <a:gd name="connsiteY2" fmla="*/ 343140 h 864156"/>
              <a:gd name="connsiteX3" fmla="*/ 6757433 w 9171449"/>
              <a:gd name="connsiteY3" fmla="*/ 699756 h 864156"/>
              <a:gd name="connsiteX4" fmla="*/ 9162305 w 9171449"/>
              <a:gd name="connsiteY4" fmla="*/ 489444 h 864156"/>
              <a:gd name="connsiteX5" fmla="*/ 9171449 w 9171449"/>
              <a:gd name="connsiteY5" fmla="*/ 145020 h 864156"/>
              <a:gd name="connsiteX6" fmla="*/ 17 w 9171449"/>
              <a:gd name="connsiteY6" fmla="*/ 0 h 864156"/>
              <a:gd name="connsiteX0" fmla="*/ 17 w 9189737"/>
              <a:gd name="connsiteY0" fmla="*/ 0 h 952548"/>
              <a:gd name="connsiteX1" fmla="*/ 36541 w 9189737"/>
              <a:gd name="connsiteY1" fmla="*/ 952548 h 952548"/>
              <a:gd name="connsiteX2" fmla="*/ 3017537 w 9189737"/>
              <a:gd name="connsiteY2" fmla="*/ 431532 h 952548"/>
              <a:gd name="connsiteX3" fmla="*/ 6775721 w 9189737"/>
              <a:gd name="connsiteY3" fmla="*/ 788148 h 952548"/>
              <a:gd name="connsiteX4" fmla="*/ 9180593 w 9189737"/>
              <a:gd name="connsiteY4" fmla="*/ 577836 h 952548"/>
              <a:gd name="connsiteX5" fmla="*/ 9189737 w 9189737"/>
              <a:gd name="connsiteY5" fmla="*/ 233412 h 952548"/>
              <a:gd name="connsiteX6" fmla="*/ 17 w 9189737"/>
              <a:gd name="connsiteY6" fmla="*/ 0 h 952548"/>
              <a:gd name="connsiteX0" fmla="*/ 17 w 9171449"/>
              <a:gd name="connsiteY0" fmla="*/ 0 h 909876"/>
              <a:gd name="connsiteX1" fmla="*/ 18253 w 9171449"/>
              <a:gd name="connsiteY1" fmla="*/ 909876 h 909876"/>
              <a:gd name="connsiteX2" fmla="*/ 2999249 w 9171449"/>
              <a:gd name="connsiteY2" fmla="*/ 388860 h 909876"/>
              <a:gd name="connsiteX3" fmla="*/ 6757433 w 9171449"/>
              <a:gd name="connsiteY3" fmla="*/ 745476 h 909876"/>
              <a:gd name="connsiteX4" fmla="*/ 9162305 w 9171449"/>
              <a:gd name="connsiteY4" fmla="*/ 535164 h 909876"/>
              <a:gd name="connsiteX5" fmla="*/ 9171449 w 9171449"/>
              <a:gd name="connsiteY5" fmla="*/ 190740 h 909876"/>
              <a:gd name="connsiteX6" fmla="*/ 17 w 9171449"/>
              <a:gd name="connsiteY6" fmla="*/ 0 h 909876"/>
              <a:gd name="connsiteX0" fmla="*/ 17 w 9180593"/>
              <a:gd name="connsiteY0" fmla="*/ 13476 h 923352"/>
              <a:gd name="connsiteX1" fmla="*/ 18253 w 9180593"/>
              <a:gd name="connsiteY1" fmla="*/ 923352 h 923352"/>
              <a:gd name="connsiteX2" fmla="*/ 2999249 w 9180593"/>
              <a:gd name="connsiteY2" fmla="*/ 402336 h 923352"/>
              <a:gd name="connsiteX3" fmla="*/ 6757433 w 9180593"/>
              <a:gd name="connsiteY3" fmla="*/ 758952 h 923352"/>
              <a:gd name="connsiteX4" fmla="*/ 9162305 w 9180593"/>
              <a:gd name="connsiteY4" fmla="*/ 548640 h 923352"/>
              <a:gd name="connsiteX5" fmla="*/ 9180593 w 9180593"/>
              <a:gd name="connsiteY5" fmla="*/ 0 h 923352"/>
              <a:gd name="connsiteX6" fmla="*/ 17 w 9180593"/>
              <a:gd name="connsiteY6" fmla="*/ 13476 h 923352"/>
              <a:gd name="connsiteX0" fmla="*/ 17 w 9189737"/>
              <a:gd name="connsiteY0" fmla="*/ 0 h 909876"/>
              <a:gd name="connsiteX1" fmla="*/ 18253 w 9189737"/>
              <a:gd name="connsiteY1" fmla="*/ 909876 h 909876"/>
              <a:gd name="connsiteX2" fmla="*/ 2999249 w 9189737"/>
              <a:gd name="connsiteY2" fmla="*/ 388860 h 909876"/>
              <a:gd name="connsiteX3" fmla="*/ 6757433 w 9189737"/>
              <a:gd name="connsiteY3" fmla="*/ 745476 h 909876"/>
              <a:gd name="connsiteX4" fmla="*/ 9162305 w 9189737"/>
              <a:gd name="connsiteY4" fmla="*/ 535164 h 909876"/>
              <a:gd name="connsiteX5" fmla="*/ 9189737 w 9189737"/>
              <a:gd name="connsiteY5" fmla="*/ 10908 h 909876"/>
              <a:gd name="connsiteX6" fmla="*/ 17 w 9189737"/>
              <a:gd name="connsiteY6" fmla="*/ 0 h 909876"/>
              <a:gd name="connsiteX0" fmla="*/ 0 w 9189720"/>
              <a:gd name="connsiteY0" fmla="*/ 0 h 909876"/>
              <a:gd name="connsiteX1" fmla="*/ 18236 w 9189720"/>
              <a:gd name="connsiteY1" fmla="*/ 909876 h 909876"/>
              <a:gd name="connsiteX2" fmla="*/ 2999232 w 9189720"/>
              <a:gd name="connsiteY2" fmla="*/ 388860 h 909876"/>
              <a:gd name="connsiteX3" fmla="*/ 6757416 w 9189720"/>
              <a:gd name="connsiteY3" fmla="*/ 745476 h 909876"/>
              <a:gd name="connsiteX4" fmla="*/ 9162288 w 9189720"/>
              <a:gd name="connsiteY4" fmla="*/ 535164 h 909876"/>
              <a:gd name="connsiteX5" fmla="*/ 9189720 w 9189720"/>
              <a:gd name="connsiteY5" fmla="*/ 10908 h 909876"/>
              <a:gd name="connsiteX6" fmla="*/ 0 w 9189720"/>
              <a:gd name="connsiteY6" fmla="*/ 0 h 909876"/>
              <a:gd name="connsiteX0" fmla="*/ 0 w 9162288"/>
              <a:gd name="connsiteY0" fmla="*/ 1971 h 911847"/>
              <a:gd name="connsiteX1" fmla="*/ 18236 w 9162288"/>
              <a:gd name="connsiteY1" fmla="*/ 911847 h 911847"/>
              <a:gd name="connsiteX2" fmla="*/ 2999232 w 9162288"/>
              <a:gd name="connsiteY2" fmla="*/ 390831 h 911847"/>
              <a:gd name="connsiteX3" fmla="*/ 6757416 w 9162288"/>
              <a:gd name="connsiteY3" fmla="*/ 747447 h 911847"/>
              <a:gd name="connsiteX4" fmla="*/ 9162288 w 9162288"/>
              <a:gd name="connsiteY4" fmla="*/ 537135 h 911847"/>
              <a:gd name="connsiteX5" fmla="*/ 9161386 w 9162288"/>
              <a:gd name="connsiteY5" fmla="*/ 0 h 911847"/>
              <a:gd name="connsiteX6" fmla="*/ 0 w 9162288"/>
              <a:gd name="connsiteY6" fmla="*/ 1971 h 911847"/>
              <a:gd name="connsiteX0" fmla="*/ 20401 w 9144052"/>
              <a:gd name="connsiteY0" fmla="*/ 32880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0401 w 9144052"/>
              <a:gd name="connsiteY6" fmla="*/ 32880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371 w 9144052"/>
              <a:gd name="connsiteY6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371 w 9144052"/>
              <a:gd name="connsiteY6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9144052 w 9144052"/>
              <a:gd name="connsiteY3" fmla="*/ 537135 h 911847"/>
              <a:gd name="connsiteX4" fmla="*/ 9143150 w 9144052"/>
              <a:gd name="connsiteY4" fmla="*/ 0 h 911847"/>
              <a:gd name="connsiteX5" fmla="*/ 2371 w 9144052"/>
              <a:gd name="connsiteY5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3361996 w 9144052"/>
              <a:gd name="connsiteY2" fmla="*/ 390831 h 911847"/>
              <a:gd name="connsiteX3" fmla="*/ 9144052 w 9144052"/>
              <a:gd name="connsiteY3" fmla="*/ 537135 h 911847"/>
              <a:gd name="connsiteX4" fmla="*/ 9143150 w 9144052"/>
              <a:gd name="connsiteY4" fmla="*/ 0 h 911847"/>
              <a:gd name="connsiteX5" fmla="*/ 2371 w 9144052"/>
              <a:gd name="connsiteY5" fmla="*/ 1971 h 911847"/>
              <a:gd name="connsiteX0" fmla="*/ 2371 w 9144052"/>
              <a:gd name="connsiteY0" fmla="*/ 1971 h 1193400"/>
              <a:gd name="connsiteX1" fmla="*/ 0 w 9144052"/>
              <a:gd name="connsiteY1" fmla="*/ 911847 h 1193400"/>
              <a:gd name="connsiteX2" fmla="*/ 3361996 w 9144052"/>
              <a:gd name="connsiteY2" fmla="*/ 390831 h 1193400"/>
              <a:gd name="connsiteX3" fmla="*/ 9144052 w 9144052"/>
              <a:gd name="connsiteY3" fmla="*/ 537135 h 1193400"/>
              <a:gd name="connsiteX4" fmla="*/ 9143150 w 9144052"/>
              <a:gd name="connsiteY4" fmla="*/ 0 h 1193400"/>
              <a:gd name="connsiteX5" fmla="*/ 2371 w 9144052"/>
              <a:gd name="connsiteY5" fmla="*/ 1971 h 1193400"/>
              <a:gd name="connsiteX0" fmla="*/ 2371 w 9144052"/>
              <a:gd name="connsiteY0" fmla="*/ 1971 h 1125725"/>
              <a:gd name="connsiteX1" fmla="*/ 0 w 9144052"/>
              <a:gd name="connsiteY1" fmla="*/ 911847 h 1125725"/>
              <a:gd name="connsiteX2" fmla="*/ 3361996 w 9144052"/>
              <a:gd name="connsiteY2" fmla="*/ 390831 h 1125725"/>
              <a:gd name="connsiteX3" fmla="*/ 9144052 w 9144052"/>
              <a:gd name="connsiteY3" fmla="*/ 537135 h 1125725"/>
              <a:gd name="connsiteX4" fmla="*/ 9143150 w 9144052"/>
              <a:gd name="connsiteY4" fmla="*/ 0 h 1125725"/>
              <a:gd name="connsiteX5" fmla="*/ 2371 w 9144052"/>
              <a:gd name="connsiteY5" fmla="*/ 1971 h 1125725"/>
              <a:gd name="connsiteX0" fmla="*/ 2371 w 9144052"/>
              <a:gd name="connsiteY0" fmla="*/ 1971 h 1244834"/>
              <a:gd name="connsiteX1" fmla="*/ 0 w 9144052"/>
              <a:gd name="connsiteY1" fmla="*/ 911847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863120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343523 w 9144052"/>
              <a:gd name="connsiteY2" fmla="*/ 315034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114923 w 9144052"/>
              <a:gd name="connsiteY2" fmla="*/ 315034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52" h="1282732">
                <a:moveTo>
                  <a:pt x="2371" y="1971"/>
                </a:moveTo>
                <a:cubicBezTo>
                  <a:pt x="1581" y="305263"/>
                  <a:pt x="790" y="446133"/>
                  <a:pt x="0" y="749425"/>
                </a:cubicBezTo>
                <a:cubicBezTo>
                  <a:pt x="414528" y="587881"/>
                  <a:pt x="1394642" y="355830"/>
                  <a:pt x="3114923" y="315034"/>
                </a:cubicBezTo>
                <a:cubicBezTo>
                  <a:pt x="4835204" y="274238"/>
                  <a:pt x="7500499" y="1282732"/>
                  <a:pt x="9144052" y="537135"/>
                </a:cubicBezTo>
                <a:cubicBezTo>
                  <a:pt x="9143751" y="358090"/>
                  <a:pt x="9143451" y="179045"/>
                  <a:pt x="9143150" y="0"/>
                </a:cubicBezTo>
                <a:lnTo>
                  <a:pt x="2371" y="19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Oval 6"/>
          <p:cNvSpPr/>
          <p:nvPr/>
        </p:nvSpPr>
        <p:spPr bwMode="gray">
          <a:xfrm>
            <a:off x="10765536" y="384048"/>
            <a:ext cx="1011936" cy="7589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9997440" y="429768"/>
            <a:ext cx="512064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280416" y="210312"/>
            <a:ext cx="1109472" cy="832104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646176" y="813816"/>
            <a:ext cx="109728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37579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 bwMode="invGray">
          <a:xfrm>
            <a:off x="-69" y="-1972"/>
            <a:ext cx="12200896" cy="1283795"/>
            <a:chOff x="-52" y="-1972"/>
            <a:chExt cx="9150672" cy="1283795"/>
          </a:xfrm>
        </p:grpSpPr>
        <p:sp>
          <p:nvSpPr>
            <p:cNvPr id="6" name="Freeform 5"/>
            <p:cNvSpPr/>
            <p:nvPr userDrawn="1"/>
          </p:nvSpPr>
          <p:spPr bwMode="invGray">
            <a:xfrm>
              <a:off x="0" y="1"/>
              <a:ext cx="9150620" cy="1281822"/>
            </a:xfrm>
            <a:custGeom>
              <a:avLst/>
              <a:gdLst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3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52 w 9153196"/>
                <a:gd name="connsiteY0" fmla="*/ 914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9144 h 1481136"/>
                <a:gd name="connsiteX0" fmla="*/ 52 w 9153196"/>
                <a:gd name="connsiteY0" fmla="*/ 1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1284 h 1481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80996 w 9153196"/>
                <a:gd name="connsiteY2" fmla="*/ 960120 h 1862136"/>
                <a:gd name="connsiteX3" fmla="*/ 6739180 w 9153196"/>
                <a:gd name="connsiteY3" fmla="*/ 1316736 h 1862136"/>
                <a:gd name="connsiteX4" fmla="*/ 9144052 w 9153196"/>
                <a:gd name="connsiteY4" fmla="*/ 1106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739180 w 9153196"/>
                <a:gd name="connsiteY3" fmla="*/ 1316736 h 1862136"/>
                <a:gd name="connsiteX4" fmla="*/ 9144052 w 9153196"/>
                <a:gd name="connsiteY4" fmla="*/ 1106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739180 w 9153196"/>
                <a:gd name="connsiteY3" fmla="*/ 13167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6108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610884 h 18621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2999284 w 9153196"/>
                <a:gd name="connsiteY2" fmla="*/ 441960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9144052 w 9153196"/>
                <a:gd name="connsiteY3" fmla="*/ 877824 h 1252536"/>
                <a:gd name="connsiteX4" fmla="*/ 9153196 w 9153196"/>
                <a:gd name="connsiteY4" fmla="*/ 0 h 1252536"/>
                <a:gd name="connsiteX5" fmla="*/ 52 w 9153196"/>
                <a:gd name="connsiteY5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9144052 w 9153196"/>
                <a:gd name="connsiteY3" fmla="*/ 877824 h 1252536"/>
                <a:gd name="connsiteX4" fmla="*/ 9153196 w 9153196"/>
                <a:gd name="connsiteY4" fmla="*/ 0 h 1252536"/>
                <a:gd name="connsiteX5" fmla="*/ 52 w 9153196"/>
                <a:gd name="connsiteY5" fmla="*/ 1284 h 1252536"/>
                <a:gd name="connsiteX0" fmla="*/ 52 w 9153196"/>
                <a:gd name="connsiteY0" fmla="*/ 1284 h 1279374"/>
                <a:gd name="connsiteX1" fmla="*/ 0 w 9153196"/>
                <a:gd name="connsiteY1" fmla="*/ 1252536 h 1279374"/>
                <a:gd name="connsiteX2" fmla="*/ 3620429 w 9153196"/>
                <a:gd name="connsiteY2" fmla="*/ 483524 h 1279374"/>
                <a:gd name="connsiteX3" fmla="*/ 9144052 w 9153196"/>
                <a:gd name="connsiteY3" fmla="*/ 877824 h 1279374"/>
                <a:gd name="connsiteX4" fmla="*/ 9153196 w 9153196"/>
                <a:gd name="connsiteY4" fmla="*/ 0 h 1279374"/>
                <a:gd name="connsiteX5" fmla="*/ 52 w 9153196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0429 w 9150620"/>
                <a:gd name="connsiteY2" fmla="*/ 48352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41211 w 9150620"/>
                <a:gd name="connsiteY2" fmla="*/ 459690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41211 w 9150620"/>
                <a:gd name="connsiteY2" fmla="*/ 459690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52536"/>
                <a:gd name="connsiteX1" fmla="*/ 0 w 9150620"/>
                <a:gd name="connsiteY1" fmla="*/ 1252536 h 1252536"/>
                <a:gd name="connsiteX2" fmla="*/ 3622738 w 9150620"/>
                <a:gd name="connsiteY2" fmla="*/ 425264 h 1252536"/>
                <a:gd name="connsiteX3" fmla="*/ 9144052 w 9150620"/>
                <a:gd name="connsiteY3" fmla="*/ 877824 h 1252536"/>
                <a:gd name="connsiteX4" fmla="*/ 9150620 w 9150620"/>
                <a:gd name="connsiteY4" fmla="*/ 0 h 1252536"/>
                <a:gd name="connsiteX5" fmla="*/ 52 w 9150620"/>
                <a:gd name="connsiteY5" fmla="*/ 1284 h 1252536"/>
                <a:gd name="connsiteX0" fmla="*/ 52 w 9150620"/>
                <a:gd name="connsiteY0" fmla="*/ 1284 h 1252536"/>
                <a:gd name="connsiteX1" fmla="*/ 0 w 9150620"/>
                <a:gd name="connsiteY1" fmla="*/ 1252536 h 1252536"/>
                <a:gd name="connsiteX2" fmla="*/ 3622738 w 9150620"/>
                <a:gd name="connsiteY2" fmla="*/ 425264 h 1252536"/>
                <a:gd name="connsiteX3" fmla="*/ 9144052 w 9150620"/>
                <a:gd name="connsiteY3" fmla="*/ 877824 h 1252536"/>
                <a:gd name="connsiteX4" fmla="*/ 9150620 w 9150620"/>
                <a:gd name="connsiteY4" fmla="*/ 0 h 1252536"/>
                <a:gd name="connsiteX5" fmla="*/ 52 w 9150620"/>
                <a:gd name="connsiteY5" fmla="*/ 1284 h 1252536"/>
                <a:gd name="connsiteX0" fmla="*/ 52 w 9150620"/>
                <a:gd name="connsiteY0" fmla="*/ 1284 h 1340282"/>
                <a:gd name="connsiteX1" fmla="*/ 0 w 9150620"/>
                <a:gd name="connsiteY1" fmla="*/ 1252536 h 1340282"/>
                <a:gd name="connsiteX2" fmla="*/ 3622738 w 9150620"/>
                <a:gd name="connsiteY2" fmla="*/ 425264 h 1340282"/>
                <a:gd name="connsiteX3" fmla="*/ 9144052 w 9150620"/>
                <a:gd name="connsiteY3" fmla="*/ 877824 h 1340282"/>
                <a:gd name="connsiteX4" fmla="*/ 9150620 w 9150620"/>
                <a:gd name="connsiteY4" fmla="*/ 0 h 1340282"/>
                <a:gd name="connsiteX5" fmla="*/ 52 w 9150620"/>
                <a:gd name="connsiteY5" fmla="*/ 1284 h 1340282"/>
                <a:gd name="connsiteX0" fmla="*/ 52 w 9150620"/>
                <a:gd name="connsiteY0" fmla="*/ 1284 h 1470041"/>
                <a:gd name="connsiteX1" fmla="*/ 0 w 9150620"/>
                <a:gd name="connsiteY1" fmla="*/ 1252536 h 1470041"/>
                <a:gd name="connsiteX2" fmla="*/ 3622738 w 9150620"/>
                <a:gd name="connsiteY2" fmla="*/ 425264 h 1470041"/>
                <a:gd name="connsiteX3" fmla="*/ 9144052 w 9150620"/>
                <a:gd name="connsiteY3" fmla="*/ 877824 h 1470041"/>
                <a:gd name="connsiteX4" fmla="*/ 9150620 w 9150620"/>
                <a:gd name="connsiteY4" fmla="*/ 0 h 1470041"/>
                <a:gd name="connsiteX5" fmla="*/ 52 w 9150620"/>
                <a:gd name="connsiteY5" fmla="*/ 1284 h 1470041"/>
                <a:gd name="connsiteX0" fmla="*/ 52 w 9150620"/>
                <a:gd name="connsiteY0" fmla="*/ 1284 h 1470041"/>
                <a:gd name="connsiteX1" fmla="*/ 0 w 9150620"/>
                <a:gd name="connsiteY1" fmla="*/ 1252536 h 1470041"/>
                <a:gd name="connsiteX2" fmla="*/ 3622738 w 9150620"/>
                <a:gd name="connsiteY2" fmla="*/ 425264 h 1470041"/>
                <a:gd name="connsiteX3" fmla="*/ 9144052 w 9150620"/>
                <a:gd name="connsiteY3" fmla="*/ 877824 h 1470041"/>
                <a:gd name="connsiteX4" fmla="*/ 9150620 w 9150620"/>
                <a:gd name="connsiteY4" fmla="*/ 0 h 1470041"/>
                <a:gd name="connsiteX5" fmla="*/ 52 w 9150620"/>
                <a:gd name="connsiteY5" fmla="*/ 1284 h 1470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50620" h="1470041">
                  <a:moveTo>
                    <a:pt x="52" y="1284"/>
                  </a:moveTo>
                  <a:cubicBezTo>
                    <a:pt x="35" y="491948"/>
                    <a:pt x="17" y="761872"/>
                    <a:pt x="0" y="1252536"/>
                  </a:cubicBezTo>
                  <a:cubicBezTo>
                    <a:pt x="304800" y="1097088"/>
                    <a:pt x="1803165" y="328826"/>
                    <a:pt x="3622738" y="425264"/>
                  </a:cubicBezTo>
                  <a:cubicBezTo>
                    <a:pt x="5442311" y="521702"/>
                    <a:pt x="6970396" y="1470041"/>
                    <a:pt x="9144052" y="877824"/>
                  </a:cubicBezTo>
                  <a:cubicBezTo>
                    <a:pt x="9146241" y="585216"/>
                    <a:pt x="9148431" y="292608"/>
                    <a:pt x="9150620" y="0"/>
                  </a:cubicBezTo>
                  <a:lnTo>
                    <a:pt x="52" y="1284"/>
                  </a:ln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" name="Freeform 6"/>
            <p:cNvSpPr/>
            <p:nvPr userDrawn="1"/>
          </p:nvSpPr>
          <p:spPr bwMode="invGray">
            <a:xfrm>
              <a:off x="-52" y="-1972"/>
              <a:ext cx="9144052" cy="1094171"/>
            </a:xfrm>
            <a:custGeom>
              <a:avLst/>
              <a:gdLst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3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52 w 9153196"/>
                <a:gd name="connsiteY0" fmla="*/ 914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9144 h 1481136"/>
                <a:gd name="connsiteX0" fmla="*/ 52 w 9153196"/>
                <a:gd name="connsiteY0" fmla="*/ 1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1284 h 1481136"/>
                <a:gd name="connsiteX0" fmla="*/ 52 w 9153196"/>
                <a:gd name="connsiteY0" fmla="*/ 763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763284 h 1481136"/>
                <a:gd name="connsiteX0" fmla="*/ 52 w 9153196"/>
                <a:gd name="connsiteY0" fmla="*/ 1284 h 719136"/>
                <a:gd name="connsiteX1" fmla="*/ 0 w 9153196"/>
                <a:gd name="connsiteY1" fmla="*/ 719136 h 719136"/>
                <a:gd name="connsiteX2" fmla="*/ 2980996 w 9153196"/>
                <a:gd name="connsiteY2" fmla="*/ 198120 h 719136"/>
                <a:gd name="connsiteX3" fmla="*/ 6739180 w 9153196"/>
                <a:gd name="connsiteY3" fmla="*/ 554736 h 719136"/>
                <a:gd name="connsiteX4" fmla="*/ 9144052 w 9153196"/>
                <a:gd name="connsiteY4" fmla="*/ 344424 h 719136"/>
                <a:gd name="connsiteX5" fmla="*/ 9153196 w 9153196"/>
                <a:gd name="connsiteY5" fmla="*/ 0 h 719136"/>
                <a:gd name="connsiteX6" fmla="*/ 52 w 9153196"/>
                <a:gd name="connsiteY6" fmla="*/ 1284 h 719136"/>
                <a:gd name="connsiteX0" fmla="*/ 17 w 9162305"/>
                <a:gd name="connsiteY0" fmla="*/ 0 h 775764"/>
                <a:gd name="connsiteX1" fmla="*/ 9109 w 9162305"/>
                <a:gd name="connsiteY1" fmla="*/ 775764 h 775764"/>
                <a:gd name="connsiteX2" fmla="*/ 2990105 w 9162305"/>
                <a:gd name="connsiteY2" fmla="*/ 254748 h 775764"/>
                <a:gd name="connsiteX3" fmla="*/ 6748289 w 9162305"/>
                <a:gd name="connsiteY3" fmla="*/ 611364 h 775764"/>
                <a:gd name="connsiteX4" fmla="*/ 9153161 w 9162305"/>
                <a:gd name="connsiteY4" fmla="*/ 401052 h 775764"/>
                <a:gd name="connsiteX5" fmla="*/ 9162305 w 9162305"/>
                <a:gd name="connsiteY5" fmla="*/ 56628 h 775764"/>
                <a:gd name="connsiteX6" fmla="*/ 17 w 9162305"/>
                <a:gd name="connsiteY6" fmla="*/ 0 h 775764"/>
                <a:gd name="connsiteX0" fmla="*/ 17 w 9162305"/>
                <a:gd name="connsiteY0" fmla="*/ 0 h 821484"/>
                <a:gd name="connsiteX1" fmla="*/ 9109 w 9162305"/>
                <a:gd name="connsiteY1" fmla="*/ 821484 h 821484"/>
                <a:gd name="connsiteX2" fmla="*/ 2990105 w 9162305"/>
                <a:gd name="connsiteY2" fmla="*/ 300468 h 821484"/>
                <a:gd name="connsiteX3" fmla="*/ 6748289 w 9162305"/>
                <a:gd name="connsiteY3" fmla="*/ 657084 h 821484"/>
                <a:gd name="connsiteX4" fmla="*/ 9153161 w 9162305"/>
                <a:gd name="connsiteY4" fmla="*/ 446772 h 821484"/>
                <a:gd name="connsiteX5" fmla="*/ 9162305 w 9162305"/>
                <a:gd name="connsiteY5" fmla="*/ 102348 h 821484"/>
                <a:gd name="connsiteX6" fmla="*/ 17 w 9162305"/>
                <a:gd name="connsiteY6" fmla="*/ 0 h 821484"/>
                <a:gd name="connsiteX0" fmla="*/ 17 w 9162305"/>
                <a:gd name="connsiteY0" fmla="*/ 0 h 848916"/>
                <a:gd name="connsiteX1" fmla="*/ 9109 w 9162305"/>
                <a:gd name="connsiteY1" fmla="*/ 848916 h 848916"/>
                <a:gd name="connsiteX2" fmla="*/ 2990105 w 9162305"/>
                <a:gd name="connsiteY2" fmla="*/ 327900 h 848916"/>
                <a:gd name="connsiteX3" fmla="*/ 6748289 w 9162305"/>
                <a:gd name="connsiteY3" fmla="*/ 684516 h 848916"/>
                <a:gd name="connsiteX4" fmla="*/ 9153161 w 9162305"/>
                <a:gd name="connsiteY4" fmla="*/ 474204 h 848916"/>
                <a:gd name="connsiteX5" fmla="*/ 9162305 w 9162305"/>
                <a:gd name="connsiteY5" fmla="*/ 129780 h 848916"/>
                <a:gd name="connsiteX6" fmla="*/ 17 w 9162305"/>
                <a:gd name="connsiteY6" fmla="*/ 0 h 848916"/>
                <a:gd name="connsiteX0" fmla="*/ 17 w 9171449"/>
                <a:gd name="connsiteY0" fmla="*/ 0 h 864156"/>
                <a:gd name="connsiteX1" fmla="*/ 18253 w 9171449"/>
                <a:gd name="connsiteY1" fmla="*/ 864156 h 864156"/>
                <a:gd name="connsiteX2" fmla="*/ 2999249 w 9171449"/>
                <a:gd name="connsiteY2" fmla="*/ 343140 h 864156"/>
                <a:gd name="connsiteX3" fmla="*/ 6757433 w 9171449"/>
                <a:gd name="connsiteY3" fmla="*/ 699756 h 864156"/>
                <a:gd name="connsiteX4" fmla="*/ 9162305 w 9171449"/>
                <a:gd name="connsiteY4" fmla="*/ 489444 h 864156"/>
                <a:gd name="connsiteX5" fmla="*/ 9171449 w 9171449"/>
                <a:gd name="connsiteY5" fmla="*/ 145020 h 864156"/>
                <a:gd name="connsiteX6" fmla="*/ 17 w 9171449"/>
                <a:gd name="connsiteY6" fmla="*/ 0 h 864156"/>
                <a:gd name="connsiteX0" fmla="*/ 17 w 9189737"/>
                <a:gd name="connsiteY0" fmla="*/ 0 h 952548"/>
                <a:gd name="connsiteX1" fmla="*/ 36541 w 9189737"/>
                <a:gd name="connsiteY1" fmla="*/ 952548 h 952548"/>
                <a:gd name="connsiteX2" fmla="*/ 3017537 w 9189737"/>
                <a:gd name="connsiteY2" fmla="*/ 431532 h 952548"/>
                <a:gd name="connsiteX3" fmla="*/ 6775721 w 9189737"/>
                <a:gd name="connsiteY3" fmla="*/ 788148 h 952548"/>
                <a:gd name="connsiteX4" fmla="*/ 9180593 w 9189737"/>
                <a:gd name="connsiteY4" fmla="*/ 577836 h 952548"/>
                <a:gd name="connsiteX5" fmla="*/ 9189737 w 9189737"/>
                <a:gd name="connsiteY5" fmla="*/ 233412 h 952548"/>
                <a:gd name="connsiteX6" fmla="*/ 17 w 9189737"/>
                <a:gd name="connsiteY6" fmla="*/ 0 h 952548"/>
                <a:gd name="connsiteX0" fmla="*/ 17 w 9171449"/>
                <a:gd name="connsiteY0" fmla="*/ 0 h 909876"/>
                <a:gd name="connsiteX1" fmla="*/ 18253 w 9171449"/>
                <a:gd name="connsiteY1" fmla="*/ 909876 h 909876"/>
                <a:gd name="connsiteX2" fmla="*/ 2999249 w 9171449"/>
                <a:gd name="connsiteY2" fmla="*/ 388860 h 909876"/>
                <a:gd name="connsiteX3" fmla="*/ 6757433 w 9171449"/>
                <a:gd name="connsiteY3" fmla="*/ 745476 h 909876"/>
                <a:gd name="connsiteX4" fmla="*/ 9162305 w 9171449"/>
                <a:gd name="connsiteY4" fmla="*/ 535164 h 909876"/>
                <a:gd name="connsiteX5" fmla="*/ 9171449 w 9171449"/>
                <a:gd name="connsiteY5" fmla="*/ 190740 h 909876"/>
                <a:gd name="connsiteX6" fmla="*/ 17 w 9171449"/>
                <a:gd name="connsiteY6" fmla="*/ 0 h 909876"/>
                <a:gd name="connsiteX0" fmla="*/ 17 w 9180593"/>
                <a:gd name="connsiteY0" fmla="*/ 13476 h 923352"/>
                <a:gd name="connsiteX1" fmla="*/ 18253 w 9180593"/>
                <a:gd name="connsiteY1" fmla="*/ 923352 h 923352"/>
                <a:gd name="connsiteX2" fmla="*/ 2999249 w 9180593"/>
                <a:gd name="connsiteY2" fmla="*/ 402336 h 923352"/>
                <a:gd name="connsiteX3" fmla="*/ 6757433 w 9180593"/>
                <a:gd name="connsiteY3" fmla="*/ 758952 h 923352"/>
                <a:gd name="connsiteX4" fmla="*/ 9162305 w 9180593"/>
                <a:gd name="connsiteY4" fmla="*/ 548640 h 923352"/>
                <a:gd name="connsiteX5" fmla="*/ 9180593 w 9180593"/>
                <a:gd name="connsiteY5" fmla="*/ 0 h 923352"/>
                <a:gd name="connsiteX6" fmla="*/ 17 w 9180593"/>
                <a:gd name="connsiteY6" fmla="*/ 13476 h 923352"/>
                <a:gd name="connsiteX0" fmla="*/ 17 w 9189737"/>
                <a:gd name="connsiteY0" fmla="*/ 0 h 909876"/>
                <a:gd name="connsiteX1" fmla="*/ 18253 w 9189737"/>
                <a:gd name="connsiteY1" fmla="*/ 909876 h 909876"/>
                <a:gd name="connsiteX2" fmla="*/ 2999249 w 9189737"/>
                <a:gd name="connsiteY2" fmla="*/ 388860 h 909876"/>
                <a:gd name="connsiteX3" fmla="*/ 6757433 w 9189737"/>
                <a:gd name="connsiteY3" fmla="*/ 745476 h 909876"/>
                <a:gd name="connsiteX4" fmla="*/ 9162305 w 9189737"/>
                <a:gd name="connsiteY4" fmla="*/ 535164 h 909876"/>
                <a:gd name="connsiteX5" fmla="*/ 9189737 w 9189737"/>
                <a:gd name="connsiteY5" fmla="*/ 10908 h 909876"/>
                <a:gd name="connsiteX6" fmla="*/ 17 w 9189737"/>
                <a:gd name="connsiteY6" fmla="*/ 0 h 909876"/>
                <a:gd name="connsiteX0" fmla="*/ 0 w 9189720"/>
                <a:gd name="connsiteY0" fmla="*/ 0 h 909876"/>
                <a:gd name="connsiteX1" fmla="*/ 18236 w 9189720"/>
                <a:gd name="connsiteY1" fmla="*/ 909876 h 909876"/>
                <a:gd name="connsiteX2" fmla="*/ 2999232 w 9189720"/>
                <a:gd name="connsiteY2" fmla="*/ 388860 h 909876"/>
                <a:gd name="connsiteX3" fmla="*/ 6757416 w 9189720"/>
                <a:gd name="connsiteY3" fmla="*/ 745476 h 909876"/>
                <a:gd name="connsiteX4" fmla="*/ 9162288 w 9189720"/>
                <a:gd name="connsiteY4" fmla="*/ 535164 h 909876"/>
                <a:gd name="connsiteX5" fmla="*/ 9189720 w 9189720"/>
                <a:gd name="connsiteY5" fmla="*/ 10908 h 909876"/>
                <a:gd name="connsiteX6" fmla="*/ 0 w 9189720"/>
                <a:gd name="connsiteY6" fmla="*/ 0 h 909876"/>
                <a:gd name="connsiteX0" fmla="*/ 0 w 9162288"/>
                <a:gd name="connsiteY0" fmla="*/ 1971 h 911847"/>
                <a:gd name="connsiteX1" fmla="*/ 18236 w 9162288"/>
                <a:gd name="connsiteY1" fmla="*/ 911847 h 911847"/>
                <a:gd name="connsiteX2" fmla="*/ 2999232 w 9162288"/>
                <a:gd name="connsiteY2" fmla="*/ 390831 h 911847"/>
                <a:gd name="connsiteX3" fmla="*/ 6757416 w 9162288"/>
                <a:gd name="connsiteY3" fmla="*/ 747447 h 911847"/>
                <a:gd name="connsiteX4" fmla="*/ 9162288 w 9162288"/>
                <a:gd name="connsiteY4" fmla="*/ 537135 h 911847"/>
                <a:gd name="connsiteX5" fmla="*/ 9161386 w 9162288"/>
                <a:gd name="connsiteY5" fmla="*/ 0 h 911847"/>
                <a:gd name="connsiteX6" fmla="*/ 0 w 9162288"/>
                <a:gd name="connsiteY6" fmla="*/ 1971 h 911847"/>
                <a:gd name="connsiteX0" fmla="*/ 20401 w 9144052"/>
                <a:gd name="connsiteY0" fmla="*/ 32880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0401 w 9144052"/>
                <a:gd name="connsiteY6" fmla="*/ 32880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371 w 9144052"/>
                <a:gd name="connsiteY6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371 w 9144052"/>
                <a:gd name="connsiteY6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9144052 w 9144052"/>
                <a:gd name="connsiteY3" fmla="*/ 537135 h 911847"/>
                <a:gd name="connsiteX4" fmla="*/ 9143150 w 9144052"/>
                <a:gd name="connsiteY4" fmla="*/ 0 h 911847"/>
                <a:gd name="connsiteX5" fmla="*/ 2371 w 9144052"/>
                <a:gd name="connsiteY5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3361996 w 9144052"/>
                <a:gd name="connsiteY2" fmla="*/ 390831 h 911847"/>
                <a:gd name="connsiteX3" fmla="*/ 9144052 w 9144052"/>
                <a:gd name="connsiteY3" fmla="*/ 537135 h 911847"/>
                <a:gd name="connsiteX4" fmla="*/ 9143150 w 9144052"/>
                <a:gd name="connsiteY4" fmla="*/ 0 h 911847"/>
                <a:gd name="connsiteX5" fmla="*/ 2371 w 9144052"/>
                <a:gd name="connsiteY5" fmla="*/ 1971 h 911847"/>
                <a:gd name="connsiteX0" fmla="*/ 2371 w 9144052"/>
                <a:gd name="connsiteY0" fmla="*/ 1971 h 1193400"/>
                <a:gd name="connsiteX1" fmla="*/ 0 w 9144052"/>
                <a:gd name="connsiteY1" fmla="*/ 911847 h 1193400"/>
                <a:gd name="connsiteX2" fmla="*/ 3361996 w 9144052"/>
                <a:gd name="connsiteY2" fmla="*/ 390831 h 1193400"/>
                <a:gd name="connsiteX3" fmla="*/ 9144052 w 9144052"/>
                <a:gd name="connsiteY3" fmla="*/ 537135 h 1193400"/>
                <a:gd name="connsiteX4" fmla="*/ 9143150 w 9144052"/>
                <a:gd name="connsiteY4" fmla="*/ 0 h 1193400"/>
                <a:gd name="connsiteX5" fmla="*/ 2371 w 9144052"/>
                <a:gd name="connsiteY5" fmla="*/ 1971 h 1193400"/>
                <a:gd name="connsiteX0" fmla="*/ 2371 w 9144052"/>
                <a:gd name="connsiteY0" fmla="*/ 1971 h 1125725"/>
                <a:gd name="connsiteX1" fmla="*/ 0 w 9144052"/>
                <a:gd name="connsiteY1" fmla="*/ 911847 h 1125725"/>
                <a:gd name="connsiteX2" fmla="*/ 3361996 w 9144052"/>
                <a:gd name="connsiteY2" fmla="*/ 390831 h 1125725"/>
                <a:gd name="connsiteX3" fmla="*/ 9144052 w 9144052"/>
                <a:gd name="connsiteY3" fmla="*/ 537135 h 1125725"/>
                <a:gd name="connsiteX4" fmla="*/ 9143150 w 9144052"/>
                <a:gd name="connsiteY4" fmla="*/ 0 h 1125725"/>
                <a:gd name="connsiteX5" fmla="*/ 2371 w 9144052"/>
                <a:gd name="connsiteY5" fmla="*/ 1971 h 1125725"/>
                <a:gd name="connsiteX0" fmla="*/ 2371 w 9144052"/>
                <a:gd name="connsiteY0" fmla="*/ 1971 h 1244834"/>
                <a:gd name="connsiteX1" fmla="*/ 0 w 9144052"/>
                <a:gd name="connsiteY1" fmla="*/ 911847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863120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343523 w 9144052"/>
                <a:gd name="connsiteY2" fmla="*/ 315034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114923 w 9144052"/>
                <a:gd name="connsiteY2" fmla="*/ 315034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4052" h="1282732">
                  <a:moveTo>
                    <a:pt x="2371" y="1971"/>
                  </a:moveTo>
                  <a:cubicBezTo>
                    <a:pt x="1581" y="305263"/>
                    <a:pt x="790" y="446133"/>
                    <a:pt x="0" y="749425"/>
                  </a:cubicBezTo>
                  <a:cubicBezTo>
                    <a:pt x="414528" y="587881"/>
                    <a:pt x="1394642" y="355830"/>
                    <a:pt x="3114923" y="315034"/>
                  </a:cubicBezTo>
                  <a:cubicBezTo>
                    <a:pt x="4835204" y="274238"/>
                    <a:pt x="7500499" y="1282732"/>
                    <a:pt x="9144052" y="537135"/>
                  </a:cubicBezTo>
                  <a:cubicBezTo>
                    <a:pt x="9143751" y="358090"/>
                    <a:pt x="9143451" y="179045"/>
                    <a:pt x="9143150" y="0"/>
                  </a:cubicBezTo>
                  <a:lnTo>
                    <a:pt x="2371" y="197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8" name="Oval 7"/>
          <p:cNvSpPr/>
          <p:nvPr/>
        </p:nvSpPr>
        <p:spPr bwMode="gray">
          <a:xfrm>
            <a:off x="10765536" y="384048"/>
            <a:ext cx="1011936" cy="7589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9997440" y="429768"/>
            <a:ext cx="512064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280416" y="210312"/>
            <a:ext cx="1109472" cy="832104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7250050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invGray">
          <a:xfrm rot="16200000">
            <a:off x="-2709598" y="2703653"/>
            <a:ext cx="6891618" cy="1472419"/>
            <a:chOff x="-18448" y="-1967"/>
            <a:chExt cx="9176991" cy="1292024"/>
          </a:xfrm>
        </p:grpSpPr>
        <p:sp>
          <p:nvSpPr>
            <p:cNvPr id="9" name="Freeform 8"/>
            <p:cNvSpPr/>
            <p:nvPr userDrawn="1"/>
          </p:nvSpPr>
          <p:spPr bwMode="invGray">
            <a:xfrm>
              <a:off x="-18448" y="5"/>
              <a:ext cx="9176991" cy="1290052"/>
            </a:xfrm>
            <a:custGeom>
              <a:avLst/>
              <a:gdLst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3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52 w 9153196"/>
                <a:gd name="connsiteY0" fmla="*/ 914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9144 h 1481136"/>
                <a:gd name="connsiteX0" fmla="*/ 52 w 9153196"/>
                <a:gd name="connsiteY0" fmla="*/ 1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1284 h 1481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80996 w 9153196"/>
                <a:gd name="connsiteY2" fmla="*/ 960120 h 1862136"/>
                <a:gd name="connsiteX3" fmla="*/ 6739180 w 9153196"/>
                <a:gd name="connsiteY3" fmla="*/ 1316736 h 1862136"/>
                <a:gd name="connsiteX4" fmla="*/ 9144052 w 9153196"/>
                <a:gd name="connsiteY4" fmla="*/ 1106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739180 w 9153196"/>
                <a:gd name="connsiteY3" fmla="*/ 1316736 h 1862136"/>
                <a:gd name="connsiteX4" fmla="*/ 9144052 w 9153196"/>
                <a:gd name="connsiteY4" fmla="*/ 1106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739180 w 9153196"/>
                <a:gd name="connsiteY3" fmla="*/ 13167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6108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610884 h 18621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2999284 w 9153196"/>
                <a:gd name="connsiteY2" fmla="*/ 441960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9144052 w 9153196"/>
                <a:gd name="connsiteY3" fmla="*/ 877824 h 1252536"/>
                <a:gd name="connsiteX4" fmla="*/ 9153196 w 9153196"/>
                <a:gd name="connsiteY4" fmla="*/ 0 h 1252536"/>
                <a:gd name="connsiteX5" fmla="*/ 52 w 9153196"/>
                <a:gd name="connsiteY5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9144052 w 9153196"/>
                <a:gd name="connsiteY3" fmla="*/ 877824 h 1252536"/>
                <a:gd name="connsiteX4" fmla="*/ 9153196 w 9153196"/>
                <a:gd name="connsiteY4" fmla="*/ 0 h 1252536"/>
                <a:gd name="connsiteX5" fmla="*/ 52 w 9153196"/>
                <a:gd name="connsiteY5" fmla="*/ 1284 h 1252536"/>
                <a:gd name="connsiteX0" fmla="*/ 52 w 9153196"/>
                <a:gd name="connsiteY0" fmla="*/ 1284 h 1279374"/>
                <a:gd name="connsiteX1" fmla="*/ 0 w 9153196"/>
                <a:gd name="connsiteY1" fmla="*/ 1252536 h 1279374"/>
                <a:gd name="connsiteX2" fmla="*/ 3620429 w 9153196"/>
                <a:gd name="connsiteY2" fmla="*/ 483524 h 1279374"/>
                <a:gd name="connsiteX3" fmla="*/ 9144052 w 9153196"/>
                <a:gd name="connsiteY3" fmla="*/ 877824 h 1279374"/>
                <a:gd name="connsiteX4" fmla="*/ 9153196 w 9153196"/>
                <a:gd name="connsiteY4" fmla="*/ 0 h 1279374"/>
                <a:gd name="connsiteX5" fmla="*/ 52 w 9153196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0429 w 9150620"/>
                <a:gd name="connsiteY2" fmla="*/ 48352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41211 w 9150620"/>
                <a:gd name="connsiteY2" fmla="*/ 459690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41211 w 9150620"/>
                <a:gd name="connsiteY2" fmla="*/ 459690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52536"/>
                <a:gd name="connsiteX1" fmla="*/ 0 w 9150620"/>
                <a:gd name="connsiteY1" fmla="*/ 1252536 h 1252536"/>
                <a:gd name="connsiteX2" fmla="*/ 3622738 w 9150620"/>
                <a:gd name="connsiteY2" fmla="*/ 425264 h 1252536"/>
                <a:gd name="connsiteX3" fmla="*/ 9144052 w 9150620"/>
                <a:gd name="connsiteY3" fmla="*/ 877824 h 1252536"/>
                <a:gd name="connsiteX4" fmla="*/ 9150620 w 9150620"/>
                <a:gd name="connsiteY4" fmla="*/ 0 h 1252536"/>
                <a:gd name="connsiteX5" fmla="*/ 52 w 9150620"/>
                <a:gd name="connsiteY5" fmla="*/ 1284 h 1252536"/>
                <a:gd name="connsiteX0" fmla="*/ 52 w 9150620"/>
                <a:gd name="connsiteY0" fmla="*/ 1284 h 1252536"/>
                <a:gd name="connsiteX1" fmla="*/ 0 w 9150620"/>
                <a:gd name="connsiteY1" fmla="*/ 1252536 h 1252536"/>
                <a:gd name="connsiteX2" fmla="*/ 3622738 w 9150620"/>
                <a:gd name="connsiteY2" fmla="*/ 425264 h 1252536"/>
                <a:gd name="connsiteX3" fmla="*/ 9144052 w 9150620"/>
                <a:gd name="connsiteY3" fmla="*/ 877824 h 1252536"/>
                <a:gd name="connsiteX4" fmla="*/ 9150620 w 9150620"/>
                <a:gd name="connsiteY4" fmla="*/ 0 h 1252536"/>
                <a:gd name="connsiteX5" fmla="*/ 52 w 9150620"/>
                <a:gd name="connsiteY5" fmla="*/ 1284 h 1252536"/>
                <a:gd name="connsiteX0" fmla="*/ 52 w 9150620"/>
                <a:gd name="connsiteY0" fmla="*/ 1284 h 1340282"/>
                <a:gd name="connsiteX1" fmla="*/ 0 w 9150620"/>
                <a:gd name="connsiteY1" fmla="*/ 1252536 h 1340282"/>
                <a:gd name="connsiteX2" fmla="*/ 3622738 w 9150620"/>
                <a:gd name="connsiteY2" fmla="*/ 425264 h 1340282"/>
                <a:gd name="connsiteX3" fmla="*/ 9144052 w 9150620"/>
                <a:gd name="connsiteY3" fmla="*/ 877824 h 1340282"/>
                <a:gd name="connsiteX4" fmla="*/ 9150620 w 9150620"/>
                <a:gd name="connsiteY4" fmla="*/ 0 h 1340282"/>
                <a:gd name="connsiteX5" fmla="*/ 52 w 9150620"/>
                <a:gd name="connsiteY5" fmla="*/ 1284 h 1340282"/>
                <a:gd name="connsiteX0" fmla="*/ 52 w 9150620"/>
                <a:gd name="connsiteY0" fmla="*/ 1284 h 1470041"/>
                <a:gd name="connsiteX1" fmla="*/ 0 w 9150620"/>
                <a:gd name="connsiteY1" fmla="*/ 1252536 h 1470041"/>
                <a:gd name="connsiteX2" fmla="*/ 3622738 w 9150620"/>
                <a:gd name="connsiteY2" fmla="*/ 425264 h 1470041"/>
                <a:gd name="connsiteX3" fmla="*/ 9144052 w 9150620"/>
                <a:gd name="connsiteY3" fmla="*/ 877824 h 1470041"/>
                <a:gd name="connsiteX4" fmla="*/ 9150620 w 9150620"/>
                <a:gd name="connsiteY4" fmla="*/ 0 h 1470041"/>
                <a:gd name="connsiteX5" fmla="*/ 52 w 9150620"/>
                <a:gd name="connsiteY5" fmla="*/ 1284 h 1470041"/>
                <a:gd name="connsiteX0" fmla="*/ 52 w 9150620"/>
                <a:gd name="connsiteY0" fmla="*/ 1284 h 1470041"/>
                <a:gd name="connsiteX1" fmla="*/ 0 w 9150620"/>
                <a:gd name="connsiteY1" fmla="*/ 1252536 h 1470041"/>
                <a:gd name="connsiteX2" fmla="*/ 3622738 w 9150620"/>
                <a:gd name="connsiteY2" fmla="*/ 425264 h 1470041"/>
                <a:gd name="connsiteX3" fmla="*/ 9144052 w 9150620"/>
                <a:gd name="connsiteY3" fmla="*/ 877824 h 1470041"/>
                <a:gd name="connsiteX4" fmla="*/ 9150620 w 9150620"/>
                <a:gd name="connsiteY4" fmla="*/ 0 h 1470041"/>
                <a:gd name="connsiteX5" fmla="*/ 52 w 9150620"/>
                <a:gd name="connsiteY5" fmla="*/ 1284 h 1470041"/>
                <a:gd name="connsiteX0" fmla="*/ 18502 w 9169070"/>
                <a:gd name="connsiteY0" fmla="*/ 1284 h 1489619"/>
                <a:gd name="connsiteX1" fmla="*/ 0 w 9169070"/>
                <a:gd name="connsiteY1" fmla="*/ 1489619 h 1489619"/>
                <a:gd name="connsiteX2" fmla="*/ 3641188 w 9169070"/>
                <a:gd name="connsiteY2" fmla="*/ 425264 h 1489619"/>
                <a:gd name="connsiteX3" fmla="*/ 9162502 w 9169070"/>
                <a:gd name="connsiteY3" fmla="*/ 877824 h 1489619"/>
                <a:gd name="connsiteX4" fmla="*/ 9169070 w 9169070"/>
                <a:gd name="connsiteY4" fmla="*/ 0 h 1489619"/>
                <a:gd name="connsiteX5" fmla="*/ 18502 w 9169070"/>
                <a:gd name="connsiteY5" fmla="*/ 1284 h 1489619"/>
                <a:gd name="connsiteX0" fmla="*/ 18502 w 9169070"/>
                <a:gd name="connsiteY0" fmla="*/ 1284 h 1654092"/>
                <a:gd name="connsiteX1" fmla="*/ 0 w 9169070"/>
                <a:gd name="connsiteY1" fmla="*/ 1489619 h 1654092"/>
                <a:gd name="connsiteX2" fmla="*/ 3641188 w 9169070"/>
                <a:gd name="connsiteY2" fmla="*/ 425264 h 1654092"/>
                <a:gd name="connsiteX3" fmla="*/ 9137904 w 9169070"/>
                <a:gd name="connsiteY3" fmla="*/ 1061874 h 1654092"/>
                <a:gd name="connsiteX4" fmla="*/ 9169070 w 9169070"/>
                <a:gd name="connsiteY4" fmla="*/ 0 h 1654092"/>
                <a:gd name="connsiteX5" fmla="*/ 18502 w 916907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641188 w 9176990"/>
                <a:gd name="connsiteY2" fmla="*/ 425264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687310 w 9176990"/>
                <a:gd name="connsiteY2" fmla="*/ 649870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200119 w 9176990"/>
                <a:gd name="connsiteY2" fmla="*/ 555828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209344 w 9176990"/>
                <a:gd name="connsiteY2" fmla="*/ 515274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95308 w 9176990"/>
                <a:gd name="connsiteY3" fmla="*/ 114570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267623 w 9176990"/>
                <a:gd name="connsiteY3" fmla="*/ 86629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267623 w 9176990"/>
                <a:gd name="connsiteY3" fmla="*/ 86629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307596 w 9176990"/>
                <a:gd name="connsiteY3" fmla="*/ 941158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307596 w 9176990"/>
                <a:gd name="connsiteY3" fmla="*/ 941158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76990" h="1489619">
                  <a:moveTo>
                    <a:pt x="18502" y="1284"/>
                  </a:moveTo>
                  <a:cubicBezTo>
                    <a:pt x="18485" y="491948"/>
                    <a:pt x="17" y="998955"/>
                    <a:pt x="0" y="1489619"/>
                  </a:cubicBezTo>
                  <a:cubicBezTo>
                    <a:pt x="304800" y="1334171"/>
                    <a:pt x="2076793" y="572593"/>
                    <a:pt x="3209344" y="515274"/>
                  </a:cubicBezTo>
                  <a:cubicBezTo>
                    <a:pt x="4341895" y="457955"/>
                    <a:pt x="5743827" y="772070"/>
                    <a:pt x="6307596" y="941158"/>
                  </a:cubicBezTo>
                  <a:cubicBezTo>
                    <a:pt x="6871365" y="1110246"/>
                    <a:pt x="8191884" y="1377605"/>
                    <a:pt x="9174801" y="1061875"/>
                  </a:cubicBezTo>
                  <a:cubicBezTo>
                    <a:pt x="9176990" y="769267"/>
                    <a:pt x="9166881" y="292608"/>
                    <a:pt x="9169070" y="0"/>
                  </a:cubicBezTo>
                  <a:lnTo>
                    <a:pt x="18502" y="1284"/>
                  </a:ln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Freeform 9"/>
            <p:cNvSpPr/>
            <p:nvPr userDrawn="1"/>
          </p:nvSpPr>
          <p:spPr bwMode="invGray">
            <a:xfrm>
              <a:off x="1533" y="-1967"/>
              <a:ext cx="9149091" cy="1266391"/>
            </a:xfrm>
            <a:custGeom>
              <a:avLst/>
              <a:gdLst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3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52 w 9153196"/>
                <a:gd name="connsiteY0" fmla="*/ 914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9144 h 1481136"/>
                <a:gd name="connsiteX0" fmla="*/ 52 w 9153196"/>
                <a:gd name="connsiteY0" fmla="*/ 1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1284 h 1481136"/>
                <a:gd name="connsiteX0" fmla="*/ 52 w 9153196"/>
                <a:gd name="connsiteY0" fmla="*/ 763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763284 h 1481136"/>
                <a:gd name="connsiteX0" fmla="*/ 52 w 9153196"/>
                <a:gd name="connsiteY0" fmla="*/ 1284 h 719136"/>
                <a:gd name="connsiteX1" fmla="*/ 0 w 9153196"/>
                <a:gd name="connsiteY1" fmla="*/ 719136 h 719136"/>
                <a:gd name="connsiteX2" fmla="*/ 2980996 w 9153196"/>
                <a:gd name="connsiteY2" fmla="*/ 198120 h 719136"/>
                <a:gd name="connsiteX3" fmla="*/ 6739180 w 9153196"/>
                <a:gd name="connsiteY3" fmla="*/ 554736 h 719136"/>
                <a:gd name="connsiteX4" fmla="*/ 9144052 w 9153196"/>
                <a:gd name="connsiteY4" fmla="*/ 344424 h 719136"/>
                <a:gd name="connsiteX5" fmla="*/ 9153196 w 9153196"/>
                <a:gd name="connsiteY5" fmla="*/ 0 h 719136"/>
                <a:gd name="connsiteX6" fmla="*/ 52 w 9153196"/>
                <a:gd name="connsiteY6" fmla="*/ 1284 h 719136"/>
                <a:gd name="connsiteX0" fmla="*/ 17 w 9162305"/>
                <a:gd name="connsiteY0" fmla="*/ 0 h 775764"/>
                <a:gd name="connsiteX1" fmla="*/ 9109 w 9162305"/>
                <a:gd name="connsiteY1" fmla="*/ 775764 h 775764"/>
                <a:gd name="connsiteX2" fmla="*/ 2990105 w 9162305"/>
                <a:gd name="connsiteY2" fmla="*/ 254748 h 775764"/>
                <a:gd name="connsiteX3" fmla="*/ 6748289 w 9162305"/>
                <a:gd name="connsiteY3" fmla="*/ 611364 h 775764"/>
                <a:gd name="connsiteX4" fmla="*/ 9153161 w 9162305"/>
                <a:gd name="connsiteY4" fmla="*/ 401052 h 775764"/>
                <a:gd name="connsiteX5" fmla="*/ 9162305 w 9162305"/>
                <a:gd name="connsiteY5" fmla="*/ 56628 h 775764"/>
                <a:gd name="connsiteX6" fmla="*/ 17 w 9162305"/>
                <a:gd name="connsiteY6" fmla="*/ 0 h 775764"/>
                <a:gd name="connsiteX0" fmla="*/ 17 w 9162305"/>
                <a:gd name="connsiteY0" fmla="*/ 0 h 821484"/>
                <a:gd name="connsiteX1" fmla="*/ 9109 w 9162305"/>
                <a:gd name="connsiteY1" fmla="*/ 821484 h 821484"/>
                <a:gd name="connsiteX2" fmla="*/ 2990105 w 9162305"/>
                <a:gd name="connsiteY2" fmla="*/ 300468 h 821484"/>
                <a:gd name="connsiteX3" fmla="*/ 6748289 w 9162305"/>
                <a:gd name="connsiteY3" fmla="*/ 657084 h 821484"/>
                <a:gd name="connsiteX4" fmla="*/ 9153161 w 9162305"/>
                <a:gd name="connsiteY4" fmla="*/ 446772 h 821484"/>
                <a:gd name="connsiteX5" fmla="*/ 9162305 w 9162305"/>
                <a:gd name="connsiteY5" fmla="*/ 102348 h 821484"/>
                <a:gd name="connsiteX6" fmla="*/ 17 w 9162305"/>
                <a:gd name="connsiteY6" fmla="*/ 0 h 821484"/>
                <a:gd name="connsiteX0" fmla="*/ 17 w 9162305"/>
                <a:gd name="connsiteY0" fmla="*/ 0 h 848916"/>
                <a:gd name="connsiteX1" fmla="*/ 9109 w 9162305"/>
                <a:gd name="connsiteY1" fmla="*/ 848916 h 848916"/>
                <a:gd name="connsiteX2" fmla="*/ 2990105 w 9162305"/>
                <a:gd name="connsiteY2" fmla="*/ 327900 h 848916"/>
                <a:gd name="connsiteX3" fmla="*/ 6748289 w 9162305"/>
                <a:gd name="connsiteY3" fmla="*/ 684516 h 848916"/>
                <a:gd name="connsiteX4" fmla="*/ 9153161 w 9162305"/>
                <a:gd name="connsiteY4" fmla="*/ 474204 h 848916"/>
                <a:gd name="connsiteX5" fmla="*/ 9162305 w 9162305"/>
                <a:gd name="connsiteY5" fmla="*/ 129780 h 848916"/>
                <a:gd name="connsiteX6" fmla="*/ 17 w 9162305"/>
                <a:gd name="connsiteY6" fmla="*/ 0 h 848916"/>
                <a:gd name="connsiteX0" fmla="*/ 17 w 9171449"/>
                <a:gd name="connsiteY0" fmla="*/ 0 h 864156"/>
                <a:gd name="connsiteX1" fmla="*/ 18253 w 9171449"/>
                <a:gd name="connsiteY1" fmla="*/ 864156 h 864156"/>
                <a:gd name="connsiteX2" fmla="*/ 2999249 w 9171449"/>
                <a:gd name="connsiteY2" fmla="*/ 343140 h 864156"/>
                <a:gd name="connsiteX3" fmla="*/ 6757433 w 9171449"/>
                <a:gd name="connsiteY3" fmla="*/ 699756 h 864156"/>
                <a:gd name="connsiteX4" fmla="*/ 9162305 w 9171449"/>
                <a:gd name="connsiteY4" fmla="*/ 489444 h 864156"/>
                <a:gd name="connsiteX5" fmla="*/ 9171449 w 9171449"/>
                <a:gd name="connsiteY5" fmla="*/ 145020 h 864156"/>
                <a:gd name="connsiteX6" fmla="*/ 17 w 9171449"/>
                <a:gd name="connsiteY6" fmla="*/ 0 h 864156"/>
                <a:gd name="connsiteX0" fmla="*/ 17 w 9189737"/>
                <a:gd name="connsiteY0" fmla="*/ 0 h 952548"/>
                <a:gd name="connsiteX1" fmla="*/ 36541 w 9189737"/>
                <a:gd name="connsiteY1" fmla="*/ 952548 h 952548"/>
                <a:gd name="connsiteX2" fmla="*/ 3017537 w 9189737"/>
                <a:gd name="connsiteY2" fmla="*/ 431532 h 952548"/>
                <a:gd name="connsiteX3" fmla="*/ 6775721 w 9189737"/>
                <a:gd name="connsiteY3" fmla="*/ 788148 h 952548"/>
                <a:gd name="connsiteX4" fmla="*/ 9180593 w 9189737"/>
                <a:gd name="connsiteY4" fmla="*/ 577836 h 952548"/>
                <a:gd name="connsiteX5" fmla="*/ 9189737 w 9189737"/>
                <a:gd name="connsiteY5" fmla="*/ 233412 h 952548"/>
                <a:gd name="connsiteX6" fmla="*/ 17 w 9189737"/>
                <a:gd name="connsiteY6" fmla="*/ 0 h 952548"/>
                <a:gd name="connsiteX0" fmla="*/ 17 w 9171449"/>
                <a:gd name="connsiteY0" fmla="*/ 0 h 909876"/>
                <a:gd name="connsiteX1" fmla="*/ 18253 w 9171449"/>
                <a:gd name="connsiteY1" fmla="*/ 909876 h 909876"/>
                <a:gd name="connsiteX2" fmla="*/ 2999249 w 9171449"/>
                <a:gd name="connsiteY2" fmla="*/ 388860 h 909876"/>
                <a:gd name="connsiteX3" fmla="*/ 6757433 w 9171449"/>
                <a:gd name="connsiteY3" fmla="*/ 745476 h 909876"/>
                <a:gd name="connsiteX4" fmla="*/ 9162305 w 9171449"/>
                <a:gd name="connsiteY4" fmla="*/ 535164 h 909876"/>
                <a:gd name="connsiteX5" fmla="*/ 9171449 w 9171449"/>
                <a:gd name="connsiteY5" fmla="*/ 190740 h 909876"/>
                <a:gd name="connsiteX6" fmla="*/ 17 w 9171449"/>
                <a:gd name="connsiteY6" fmla="*/ 0 h 909876"/>
                <a:gd name="connsiteX0" fmla="*/ 17 w 9180593"/>
                <a:gd name="connsiteY0" fmla="*/ 13476 h 923352"/>
                <a:gd name="connsiteX1" fmla="*/ 18253 w 9180593"/>
                <a:gd name="connsiteY1" fmla="*/ 923352 h 923352"/>
                <a:gd name="connsiteX2" fmla="*/ 2999249 w 9180593"/>
                <a:gd name="connsiteY2" fmla="*/ 402336 h 923352"/>
                <a:gd name="connsiteX3" fmla="*/ 6757433 w 9180593"/>
                <a:gd name="connsiteY3" fmla="*/ 758952 h 923352"/>
                <a:gd name="connsiteX4" fmla="*/ 9162305 w 9180593"/>
                <a:gd name="connsiteY4" fmla="*/ 548640 h 923352"/>
                <a:gd name="connsiteX5" fmla="*/ 9180593 w 9180593"/>
                <a:gd name="connsiteY5" fmla="*/ 0 h 923352"/>
                <a:gd name="connsiteX6" fmla="*/ 17 w 9180593"/>
                <a:gd name="connsiteY6" fmla="*/ 13476 h 923352"/>
                <a:gd name="connsiteX0" fmla="*/ 17 w 9189737"/>
                <a:gd name="connsiteY0" fmla="*/ 0 h 909876"/>
                <a:gd name="connsiteX1" fmla="*/ 18253 w 9189737"/>
                <a:gd name="connsiteY1" fmla="*/ 909876 h 909876"/>
                <a:gd name="connsiteX2" fmla="*/ 2999249 w 9189737"/>
                <a:gd name="connsiteY2" fmla="*/ 388860 h 909876"/>
                <a:gd name="connsiteX3" fmla="*/ 6757433 w 9189737"/>
                <a:gd name="connsiteY3" fmla="*/ 745476 h 909876"/>
                <a:gd name="connsiteX4" fmla="*/ 9162305 w 9189737"/>
                <a:gd name="connsiteY4" fmla="*/ 535164 h 909876"/>
                <a:gd name="connsiteX5" fmla="*/ 9189737 w 9189737"/>
                <a:gd name="connsiteY5" fmla="*/ 10908 h 909876"/>
                <a:gd name="connsiteX6" fmla="*/ 17 w 9189737"/>
                <a:gd name="connsiteY6" fmla="*/ 0 h 909876"/>
                <a:gd name="connsiteX0" fmla="*/ 0 w 9189720"/>
                <a:gd name="connsiteY0" fmla="*/ 0 h 909876"/>
                <a:gd name="connsiteX1" fmla="*/ 18236 w 9189720"/>
                <a:gd name="connsiteY1" fmla="*/ 909876 h 909876"/>
                <a:gd name="connsiteX2" fmla="*/ 2999232 w 9189720"/>
                <a:gd name="connsiteY2" fmla="*/ 388860 h 909876"/>
                <a:gd name="connsiteX3" fmla="*/ 6757416 w 9189720"/>
                <a:gd name="connsiteY3" fmla="*/ 745476 h 909876"/>
                <a:gd name="connsiteX4" fmla="*/ 9162288 w 9189720"/>
                <a:gd name="connsiteY4" fmla="*/ 535164 h 909876"/>
                <a:gd name="connsiteX5" fmla="*/ 9189720 w 9189720"/>
                <a:gd name="connsiteY5" fmla="*/ 10908 h 909876"/>
                <a:gd name="connsiteX6" fmla="*/ 0 w 9189720"/>
                <a:gd name="connsiteY6" fmla="*/ 0 h 909876"/>
                <a:gd name="connsiteX0" fmla="*/ 0 w 9162288"/>
                <a:gd name="connsiteY0" fmla="*/ 1971 h 911847"/>
                <a:gd name="connsiteX1" fmla="*/ 18236 w 9162288"/>
                <a:gd name="connsiteY1" fmla="*/ 911847 h 911847"/>
                <a:gd name="connsiteX2" fmla="*/ 2999232 w 9162288"/>
                <a:gd name="connsiteY2" fmla="*/ 390831 h 911847"/>
                <a:gd name="connsiteX3" fmla="*/ 6757416 w 9162288"/>
                <a:gd name="connsiteY3" fmla="*/ 747447 h 911847"/>
                <a:gd name="connsiteX4" fmla="*/ 9162288 w 9162288"/>
                <a:gd name="connsiteY4" fmla="*/ 537135 h 911847"/>
                <a:gd name="connsiteX5" fmla="*/ 9161386 w 9162288"/>
                <a:gd name="connsiteY5" fmla="*/ 0 h 911847"/>
                <a:gd name="connsiteX6" fmla="*/ 0 w 9162288"/>
                <a:gd name="connsiteY6" fmla="*/ 1971 h 911847"/>
                <a:gd name="connsiteX0" fmla="*/ 20401 w 9144052"/>
                <a:gd name="connsiteY0" fmla="*/ 32880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0401 w 9144052"/>
                <a:gd name="connsiteY6" fmla="*/ 32880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371 w 9144052"/>
                <a:gd name="connsiteY6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371 w 9144052"/>
                <a:gd name="connsiteY6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9144052 w 9144052"/>
                <a:gd name="connsiteY3" fmla="*/ 537135 h 911847"/>
                <a:gd name="connsiteX4" fmla="*/ 9143150 w 9144052"/>
                <a:gd name="connsiteY4" fmla="*/ 0 h 911847"/>
                <a:gd name="connsiteX5" fmla="*/ 2371 w 9144052"/>
                <a:gd name="connsiteY5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3361996 w 9144052"/>
                <a:gd name="connsiteY2" fmla="*/ 390831 h 911847"/>
                <a:gd name="connsiteX3" fmla="*/ 9144052 w 9144052"/>
                <a:gd name="connsiteY3" fmla="*/ 537135 h 911847"/>
                <a:gd name="connsiteX4" fmla="*/ 9143150 w 9144052"/>
                <a:gd name="connsiteY4" fmla="*/ 0 h 911847"/>
                <a:gd name="connsiteX5" fmla="*/ 2371 w 9144052"/>
                <a:gd name="connsiteY5" fmla="*/ 1971 h 911847"/>
                <a:gd name="connsiteX0" fmla="*/ 2371 w 9144052"/>
                <a:gd name="connsiteY0" fmla="*/ 1971 h 1193400"/>
                <a:gd name="connsiteX1" fmla="*/ 0 w 9144052"/>
                <a:gd name="connsiteY1" fmla="*/ 911847 h 1193400"/>
                <a:gd name="connsiteX2" fmla="*/ 3361996 w 9144052"/>
                <a:gd name="connsiteY2" fmla="*/ 390831 h 1193400"/>
                <a:gd name="connsiteX3" fmla="*/ 9144052 w 9144052"/>
                <a:gd name="connsiteY3" fmla="*/ 537135 h 1193400"/>
                <a:gd name="connsiteX4" fmla="*/ 9143150 w 9144052"/>
                <a:gd name="connsiteY4" fmla="*/ 0 h 1193400"/>
                <a:gd name="connsiteX5" fmla="*/ 2371 w 9144052"/>
                <a:gd name="connsiteY5" fmla="*/ 1971 h 1193400"/>
                <a:gd name="connsiteX0" fmla="*/ 2371 w 9144052"/>
                <a:gd name="connsiteY0" fmla="*/ 1971 h 1125725"/>
                <a:gd name="connsiteX1" fmla="*/ 0 w 9144052"/>
                <a:gd name="connsiteY1" fmla="*/ 911847 h 1125725"/>
                <a:gd name="connsiteX2" fmla="*/ 3361996 w 9144052"/>
                <a:gd name="connsiteY2" fmla="*/ 390831 h 1125725"/>
                <a:gd name="connsiteX3" fmla="*/ 9144052 w 9144052"/>
                <a:gd name="connsiteY3" fmla="*/ 537135 h 1125725"/>
                <a:gd name="connsiteX4" fmla="*/ 9143150 w 9144052"/>
                <a:gd name="connsiteY4" fmla="*/ 0 h 1125725"/>
                <a:gd name="connsiteX5" fmla="*/ 2371 w 9144052"/>
                <a:gd name="connsiteY5" fmla="*/ 1971 h 1125725"/>
                <a:gd name="connsiteX0" fmla="*/ 2371 w 9144052"/>
                <a:gd name="connsiteY0" fmla="*/ 1971 h 1244834"/>
                <a:gd name="connsiteX1" fmla="*/ 0 w 9144052"/>
                <a:gd name="connsiteY1" fmla="*/ 911847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863120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343523 w 9144052"/>
                <a:gd name="connsiteY2" fmla="*/ 315034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114923 w 9144052"/>
                <a:gd name="connsiteY2" fmla="*/ 315034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570664"/>
                <a:gd name="connsiteX1" fmla="*/ 0 w 9144052"/>
                <a:gd name="connsiteY1" fmla="*/ 749425 h 1570664"/>
                <a:gd name="connsiteX2" fmla="*/ 3114923 w 9144052"/>
                <a:gd name="connsiteY2" fmla="*/ 315034 h 1570664"/>
                <a:gd name="connsiteX3" fmla="*/ 9144052 w 9144052"/>
                <a:gd name="connsiteY3" fmla="*/ 825067 h 1570664"/>
                <a:gd name="connsiteX4" fmla="*/ 9143150 w 9144052"/>
                <a:gd name="connsiteY4" fmla="*/ 0 h 1570664"/>
                <a:gd name="connsiteX5" fmla="*/ 2371 w 9144052"/>
                <a:gd name="connsiteY5" fmla="*/ 1971 h 1570664"/>
                <a:gd name="connsiteX0" fmla="*/ 2371 w 9144052"/>
                <a:gd name="connsiteY0" fmla="*/ 1971 h 1986563"/>
                <a:gd name="connsiteX1" fmla="*/ 0 w 9144052"/>
                <a:gd name="connsiteY1" fmla="*/ 749425 h 1986563"/>
                <a:gd name="connsiteX2" fmla="*/ 3114923 w 9144052"/>
                <a:gd name="connsiteY2" fmla="*/ 315034 h 1986563"/>
                <a:gd name="connsiteX3" fmla="*/ 9144052 w 9144052"/>
                <a:gd name="connsiteY3" fmla="*/ 825067 h 1986563"/>
                <a:gd name="connsiteX4" fmla="*/ 9143150 w 9144052"/>
                <a:gd name="connsiteY4" fmla="*/ 0 h 1986563"/>
                <a:gd name="connsiteX5" fmla="*/ 2371 w 9144052"/>
                <a:gd name="connsiteY5" fmla="*/ 1971 h 1986563"/>
                <a:gd name="connsiteX0" fmla="*/ 2371 w 9144052"/>
                <a:gd name="connsiteY0" fmla="*/ 1971 h 1910577"/>
                <a:gd name="connsiteX1" fmla="*/ 0 w 9144052"/>
                <a:gd name="connsiteY1" fmla="*/ 749425 h 1910577"/>
                <a:gd name="connsiteX2" fmla="*/ 3114923 w 9144052"/>
                <a:gd name="connsiteY2" fmla="*/ 315034 h 1910577"/>
                <a:gd name="connsiteX3" fmla="*/ 9144052 w 9144052"/>
                <a:gd name="connsiteY3" fmla="*/ 825067 h 1910577"/>
                <a:gd name="connsiteX4" fmla="*/ 9143150 w 9144052"/>
                <a:gd name="connsiteY4" fmla="*/ 0 h 1910577"/>
                <a:gd name="connsiteX5" fmla="*/ 2371 w 9144052"/>
                <a:gd name="connsiteY5" fmla="*/ 1971 h 1910577"/>
                <a:gd name="connsiteX0" fmla="*/ 790 w 9142471"/>
                <a:gd name="connsiteY0" fmla="*/ 1971 h 1910577"/>
                <a:gd name="connsiteX1" fmla="*/ 4568 w 9142471"/>
                <a:gd name="connsiteY1" fmla="*/ 1141332 h 1910577"/>
                <a:gd name="connsiteX2" fmla="*/ 3113342 w 9142471"/>
                <a:gd name="connsiteY2" fmla="*/ 315034 h 1910577"/>
                <a:gd name="connsiteX3" fmla="*/ 9142471 w 9142471"/>
                <a:gd name="connsiteY3" fmla="*/ 825067 h 1910577"/>
                <a:gd name="connsiteX4" fmla="*/ 9141569 w 9142471"/>
                <a:gd name="connsiteY4" fmla="*/ 0 h 1910577"/>
                <a:gd name="connsiteX5" fmla="*/ 790 w 9142471"/>
                <a:gd name="connsiteY5" fmla="*/ 1971 h 1910577"/>
                <a:gd name="connsiteX0" fmla="*/ 790 w 9142471"/>
                <a:gd name="connsiteY0" fmla="*/ 1971 h 1910577"/>
                <a:gd name="connsiteX1" fmla="*/ 4568 w 9142471"/>
                <a:gd name="connsiteY1" fmla="*/ 1141332 h 1910577"/>
                <a:gd name="connsiteX2" fmla="*/ 3162539 w 9142471"/>
                <a:gd name="connsiteY2" fmla="*/ 482994 h 1910577"/>
                <a:gd name="connsiteX3" fmla="*/ 9142471 w 9142471"/>
                <a:gd name="connsiteY3" fmla="*/ 825067 h 1910577"/>
                <a:gd name="connsiteX4" fmla="*/ 9141569 w 9142471"/>
                <a:gd name="connsiteY4" fmla="*/ 0 h 1910577"/>
                <a:gd name="connsiteX5" fmla="*/ 790 w 9142471"/>
                <a:gd name="connsiteY5" fmla="*/ 1971 h 1910577"/>
                <a:gd name="connsiteX0" fmla="*/ 790 w 9142471"/>
                <a:gd name="connsiteY0" fmla="*/ 1971 h 1742614"/>
                <a:gd name="connsiteX1" fmla="*/ 4568 w 9142471"/>
                <a:gd name="connsiteY1" fmla="*/ 1141332 h 1742614"/>
                <a:gd name="connsiteX2" fmla="*/ 3162539 w 9142471"/>
                <a:gd name="connsiteY2" fmla="*/ 482994 h 1742614"/>
                <a:gd name="connsiteX3" fmla="*/ 9142471 w 9142471"/>
                <a:gd name="connsiteY3" fmla="*/ 825067 h 1742614"/>
                <a:gd name="connsiteX4" fmla="*/ 9141569 w 9142471"/>
                <a:gd name="connsiteY4" fmla="*/ 0 h 1742614"/>
                <a:gd name="connsiteX5" fmla="*/ 790 w 9142471"/>
                <a:gd name="connsiteY5" fmla="*/ 1971 h 1742614"/>
                <a:gd name="connsiteX0" fmla="*/ 790 w 9142471"/>
                <a:gd name="connsiteY0" fmla="*/ 1971 h 1850587"/>
                <a:gd name="connsiteX1" fmla="*/ 4568 w 9142471"/>
                <a:gd name="connsiteY1" fmla="*/ 1141332 h 1850587"/>
                <a:gd name="connsiteX2" fmla="*/ 3162539 w 9142471"/>
                <a:gd name="connsiteY2" fmla="*/ 482994 h 1850587"/>
                <a:gd name="connsiteX3" fmla="*/ 9142471 w 9142471"/>
                <a:gd name="connsiteY3" fmla="*/ 825067 h 1850587"/>
                <a:gd name="connsiteX4" fmla="*/ 9141569 w 9142471"/>
                <a:gd name="connsiteY4" fmla="*/ 0 h 1850587"/>
                <a:gd name="connsiteX5" fmla="*/ 790 w 9142471"/>
                <a:gd name="connsiteY5" fmla="*/ 1971 h 1850587"/>
                <a:gd name="connsiteX0" fmla="*/ 790 w 9142471"/>
                <a:gd name="connsiteY0" fmla="*/ 1971 h 1850587"/>
                <a:gd name="connsiteX1" fmla="*/ 4568 w 9142471"/>
                <a:gd name="connsiteY1" fmla="*/ 1141332 h 1850587"/>
                <a:gd name="connsiteX2" fmla="*/ 3162539 w 9142471"/>
                <a:gd name="connsiteY2" fmla="*/ 482994 h 1850587"/>
                <a:gd name="connsiteX3" fmla="*/ 9142471 w 9142471"/>
                <a:gd name="connsiteY3" fmla="*/ 825067 h 1850587"/>
                <a:gd name="connsiteX4" fmla="*/ 9141569 w 9142471"/>
                <a:gd name="connsiteY4" fmla="*/ 0 h 1850587"/>
                <a:gd name="connsiteX5" fmla="*/ 790 w 9142471"/>
                <a:gd name="connsiteY5" fmla="*/ 1971 h 1850587"/>
                <a:gd name="connsiteX0" fmla="*/ 790 w 9142471"/>
                <a:gd name="connsiteY0" fmla="*/ 1971 h 1538662"/>
                <a:gd name="connsiteX1" fmla="*/ 4568 w 9142471"/>
                <a:gd name="connsiteY1" fmla="*/ 1141332 h 1538662"/>
                <a:gd name="connsiteX2" fmla="*/ 3162539 w 9142471"/>
                <a:gd name="connsiteY2" fmla="*/ 482994 h 1538662"/>
                <a:gd name="connsiteX3" fmla="*/ 9142471 w 9142471"/>
                <a:gd name="connsiteY3" fmla="*/ 825067 h 1538662"/>
                <a:gd name="connsiteX4" fmla="*/ 9141569 w 9142471"/>
                <a:gd name="connsiteY4" fmla="*/ 0 h 1538662"/>
                <a:gd name="connsiteX5" fmla="*/ 790 w 9142471"/>
                <a:gd name="connsiteY5" fmla="*/ 1971 h 1538662"/>
                <a:gd name="connsiteX0" fmla="*/ 790 w 9142471"/>
                <a:gd name="connsiteY0" fmla="*/ 1971 h 1874582"/>
                <a:gd name="connsiteX1" fmla="*/ 4568 w 9142471"/>
                <a:gd name="connsiteY1" fmla="*/ 1141332 h 1874582"/>
                <a:gd name="connsiteX2" fmla="*/ 3162539 w 9142471"/>
                <a:gd name="connsiteY2" fmla="*/ 482994 h 1874582"/>
                <a:gd name="connsiteX3" fmla="*/ 9142471 w 9142471"/>
                <a:gd name="connsiteY3" fmla="*/ 825067 h 1874582"/>
                <a:gd name="connsiteX4" fmla="*/ 9141569 w 9142471"/>
                <a:gd name="connsiteY4" fmla="*/ 0 h 1874582"/>
                <a:gd name="connsiteX5" fmla="*/ 790 w 9142471"/>
                <a:gd name="connsiteY5" fmla="*/ 1971 h 1874582"/>
                <a:gd name="connsiteX0" fmla="*/ 790 w 9142471"/>
                <a:gd name="connsiteY0" fmla="*/ 1971 h 1874582"/>
                <a:gd name="connsiteX1" fmla="*/ 4568 w 9142471"/>
                <a:gd name="connsiteY1" fmla="*/ 1141332 h 1874582"/>
                <a:gd name="connsiteX2" fmla="*/ 3162539 w 9142471"/>
                <a:gd name="connsiteY2" fmla="*/ 482994 h 1874582"/>
                <a:gd name="connsiteX3" fmla="*/ 9142471 w 9142471"/>
                <a:gd name="connsiteY3" fmla="*/ 825067 h 1874582"/>
                <a:gd name="connsiteX4" fmla="*/ 9141569 w 9142471"/>
                <a:gd name="connsiteY4" fmla="*/ 0 h 1874582"/>
                <a:gd name="connsiteX5" fmla="*/ 790 w 9142471"/>
                <a:gd name="connsiteY5" fmla="*/ 1971 h 187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2471" h="1874582">
                  <a:moveTo>
                    <a:pt x="790" y="1971"/>
                  </a:moveTo>
                  <a:cubicBezTo>
                    <a:pt x="0" y="305263"/>
                    <a:pt x="5358" y="838040"/>
                    <a:pt x="4568" y="1141332"/>
                  </a:cubicBezTo>
                  <a:cubicBezTo>
                    <a:pt x="419096" y="979788"/>
                    <a:pt x="1492070" y="639683"/>
                    <a:pt x="3162539" y="482994"/>
                  </a:cubicBezTo>
                  <a:cubicBezTo>
                    <a:pt x="4833008" y="326305"/>
                    <a:pt x="7747892" y="1874582"/>
                    <a:pt x="9142471" y="825067"/>
                  </a:cubicBezTo>
                  <a:cubicBezTo>
                    <a:pt x="9142170" y="646022"/>
                    <a:pt x="9141870" y="179045"/>
                    <a:pt x="9141569" y="0"/>
                  </a:cubicBezTo>
                  <a:lnTo>
                    <a:pt x="790" y="197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1207007" y="273050"/>
            <a:ext cx="10375392" cy="950976"/>
          </a:xfr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24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072" y="1371600"/>
            <a:ext cx="6815667" cy="475488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16" y="1362456"/>
            <a:ext cx="3425952" cy="47640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219200" y="6537960"/>
            <a:ext cx="2844800" cy="246888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7762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7010400" y="987552"/>
            <a:ext cx="4974336" cy="795528"/>
          </a:xfrm>
        </p:spPr>
        <p:txBody>
          <a:bodyPr anchor="b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707136" y="1216152"/>
            <a:ext cx="6193536" cy="4645152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34784" y="1901952"/>
            <a:ext cx="4949952" cy="1755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219200" y="6537960"/>
            <a:ext cx="2844800" cy="246888"/>
          </a:xfrm>
        </p:spPr>
        <p:txBody>
          <a:bodyPr/>
          <a:lstStyle/>
          <a:p>
            <a:fld id="{48A87A34-81AB-432B-8DAE-1953F412C126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8" name="Group 7"/>
          <p:cNvGrpSpPr/>
          <p:nvPr/>
        </p:nvGrpSpPr>
        <p:grpSpPr bwMode="invGray">
          <a:xfrm rot="16200000">
            <a:off x="-2709598" y="2703653"/>
            <a:ext cx="6891618" cy="1472419"/>
            <a:chOff x="-18448" y="-1967"/>
            <a:chExt cx="9176991" cy="1292024"/>
          </a:xfrm>
        </p:grpSpPr>
        <p:sp>
          <p:nvSpPr>
            <p:cNvPr id="9" name="Freeform 8"/>
            <p:cNvSpPr/>
            <p:nvPr userDrawn="1"/>
          </p:nvSpPr>
          <p:spPr bwMode="invGray">
            <a:xfrm>
              <a:off x="-18448" y="5"/>
              <a:ext cx="9176991" cy="1290052"/>
            </a:xfrm>
            <a:custGeom>
              <a:avLst/>
              <a:gdLst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3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52 w 9153196"/>
                <a:gd name="connsiteY0" fmla="*/ 914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9144 h 1481136"/>
                <a:gd name="connsiteX0" fmla="*/ 52 w 9153196"/>
                <a:gd name="connsiteY0" fmla="*/ 1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1284 h 1481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80996 w 9153196"/>
                <a:gd name="connsiteY2" fmla="*/ 960120 h 1862136"/>
                <a:gd name="connsiteX3" fmla="*/ 6739180 w 9153196"/>
                <a:gd name="connsiteY3" fmla="*/ 1316736 h 1862136"/>
                <a:gd name="connsiteX4" fmla="*/ 9144052 w 9153196"/>
                <a:gd name="connsiteY4" fmla="*/ 1106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739180 w 9153196"/>
                <a:gd name="connsiteY3" fmla="*/ 1316736 h 1862136"/>
                <a:gd name="connsiteX4" fmla="*/ 9144052 w 9153196"/>
                <a:gd name="connsiteY4" fmla="*/ 1106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739180 w 9153196"/>
                <a:gd name="connsiteY3" fmla="*/ 13167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6108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610884 h 18621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2999284 w 9153196"/>
                <a:gd name="connsiteY2" fmla="*/ 441960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9144052 w 9153196"/>
                <a:gd name="connsiteY3" fmla="*/ 877824 h 1252536"/>
                <a:gd name="connsiteX4" fmla="*/ 9153196 w 9153196"/>
                <a:gd name="connsiteY4" fmla="*/ 0 h 1252536"/>
                <a:gd name="connsiteX5" fmla="*/ 52 w 9153196"/>
                <a:gd name="connsiteY5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9144052 w 9153196"/>
                <a:gd name="connsiteY3" fmla="*/ 877824 h 1252536"/>
                <a:gd name="connsiteX4" fmla="*/ 9153196 w 9153196"/>
                <a:gd name="connsiteY4" fmla="*/ 0 h 1252536"/>
                <a:gd name="connsiteX5" fmla="*/ 52 w 9153196"/>
                <a:gd name="connsiteY5" fmla="*/ 1284 h 1252536"/>
                <a:gd name="connsiteX0" fmla="*/ 52 w 9153196"/>
                <a:gd name="connsiteY0" fmla="*/ 1284 h 1279374"/>
                <a:gd name="connsiteX1" fmla="*/ 0 w 9153196"/>
                <a:gd name="connsiteY1" fmla="*/ 1252536 h 1279374"/>
                <a:gd name="connsiteX2" fmla="*/ 3620429 w 9153196"/>
                <a:gd name="connsiteY2" fmla="*/ 483524 h 1279374"/>
                <a:gd name="connsiteX3" fmla="*/ 9144052 w 9153196"/>
                <a:gd name="connsiteY3" fmla="*/ 877824 h 1279374"/>
                <a:gd name="connsiteX4" fmla="*/ 9153196 w 9153196"/>
                <a:gd name="connsiteY4" fmla="*/ 0 h 1279374"/>
                <a:gd name="connsiteX5" fmla="*/ 52 w 9153196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0429 w 9150620"/>
                <a:gd name="connsiteY2" fmla="*/ 48352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41211 w 9150620"/>
                <a:gd name="connsiteY2" fmla="*/ 459690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41211 w 9150620"/>
                <a:gd name="connsiteY2" fmla="*/ 459690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52536"/>
                <a:gd name="connsiteX1" fmla="*/ 0 w 9150620"/>
                <a:gd name="connsiteY1" fmla="*/ 1252536 h 1252536"/>
                <a:gd name="connsiteX2" fmla="*/ 3622738 w 9150620"/>
                <a:gd name="connsiteY2" fmla="*/ 425264 h 1252536"/>
                <a:gd name="connsiteX3" fmla="*/ 9144052 w 9150620"/>
                <a:gd name="connsiteY3" fmla="*/ 877824 h 1252536"/>
                <a:gd name="connsiteX4" fmla="*/ 9150620 w 9150620"/>
                <a:gd name="connsiteY4" fmla="*/ 0 h 1252536"/>
                <a:gd name="connsiteX5" fmla="*/ 52 w 9150620"/>
                <a:gd name="connsiteY5" fmla="*/ 1284 h 1252536"/>
                <a:gd name="connsiteX0" fmla="*/ 52 w 9150620"/>
                <a:gd name="connsiteY0" fmla="*/ 1284 h 1252536"/>
                <a:gd name="connsiteX1" fmla="*/ 0 w 9150620"/>
                <a:gd name="connsiteY1" fmla="*/ 1252536 h 1252536"/>
                <a:gd name="connsiteX2" fmla="*/ 3622738 w 9150620"/>
                <a:gd name="connsiteY2" fmla="*/ 425264 h 1252536"/>
                <a:gd name="connsiteX3" fmla="*/ 9144052 w 9150620"/>
                <a:gd name="connsiteY3" fmla="*/ 877824 h 1252536"/>
                <a:gd name="connsiteX4" fmla="*/ 9150620 w 9150620"/>
                <a:gd name="connsiteY4" fmla="*/ 0 h 1252536"/>
                <a:gd name="connsiteX5" fmla="*/ 52 w 9150620"/>
                <a:gd name="connsiteY5" fmla="*/ 1284 h 1252536"/>
                <a:gd name="connsiteX0" fmla="*/ 52 w 9150620"/>
                <a:gd name="connsiteY0" fmla="*/ 1284 h 1340282"/>
                <a:gd name="connsiteX1" fmla="*/ 0 w 9150620"/>
                <a:gd name="connsiteY1" fmla="*/ 1252536 h 1340282"/>
                <a:gd name="connsiteX2" fmla="*/ 3622738 w 9150620"/>
                <a:gd name="connsiteY2" fmla="*/ 425264 h 1340282"/>
                <a:gd name="connsiteX3" fmla="*/ 9144052 w 9150620"/>
                <a:gd name="connsiteY3" fmla="*/ 877824 h 1340282"/>
                <a:gd name="connsiteX4" fmla="*/ 9150620 w 9150620"/>
                <a:gd name="connsiteY4" fmla="*/ 0 h 1340282"/>
                <a:gd name="connsiteX5" fmla="*/ 52 w 9150620"/>
                <a:gd name="connsiteY5" fmla="*/ 1284 h 1340282"/>
                <a:gd name="connsiteX0" fmla="*/ 52 w 9150620"/>
                <a:gd name="connsiteY0" fmla="*/ 1284 h 1470041"/>
                <a:gd name="connsiteX1" fmla="*/ 0 w 9150620"/>
                <a:gd name="connsiteY1" fmla="*/ 1252536 h 1470041"/>
                <a:gd name="connsiteX2" fmla="*/ 3622738 w 9150620"/>
                <a:gd name="connsiteY2" fmla="*/ 425264 h 1470041"/>
                <a:gd name="connsiteX3" fmla="*/ 9144052 w 9150620"/>
                <a:gd name="connsiteY3" fmla="*/ 877824 h 1470041"/>
                <a:gd name="connsiteX4" fmla="*/ 9150620 w 9150620"/>
                <a:gd name="connsiteY4" fmla="*/ 0 h 1470041"/>
                <a:gd name="connsiteX5" fmla="*/ 52 w 9150620"/>
                <a:gd name="connsiteY5" fmla="*/ 1284 h 1470041"/>
                <a:gd name="connsiteX0" fmla="*/ 52 w 9150620"/>
                <a:gd name="connsiteY0" fmla="*/ 1284 h 1470041"/>
                <a:gd name="connsiteX1" fmla="*/ 0 w 9150620"/>
                <a:gd name="connsiteY1" fmla="*/ 1252536 h 1470041"/>
                <a:gd name="connsiteX2" fmla="*/ 3622738 w 9150620"/>
                <a:gd name="connsiteY2" fmla="*/ 425264 h 1470041"/>
                <a:gd name="connsiteX3" fmla="*/ 9144052 w 9150620"/>
                <a:gd name="connsiteY3" fmla="*/ 877824 h 1470041"/>
                <a:gd name="connsiteX4" fmla="*/ 9150620 w 9150620"/>
                <a:gd name="connsiteY4" fmla="*/ 0 h 1470041"/>
                <a:gd name="connsiteX5" fmla="*/ 52 w 9150620"/>
                <a:gd name="connsiteY5" fmla="*/ 1284 h 1470041"/>
                <a:gd name="connsiteX0" fmla="*/ 18502 w 9169070"/>
                <a:gd name="connsiteY0" fmla="*/ 1284 h 1489619"/>
                <a:gd name="connsiteX1" fmla="*/ 0 w 9169070"/>
                <a:gd name="connsiteY1" fmla="*/ 1489619 h 1489619"/>
                <a:gd name="connsiteX2" fmla="*/ 3641188 w 9169070"/>
                <a:gd name="connsiteY2" fmla="*/ 425264 h 1489619"/>
                <a:gd name="connsiteX3" fmla="*/ 9162502 w 9169070"/>
                <a:gd name="connsiteY3" fmla="*/ 877824 h 1489619"/>
                <a:gd name="connsiteX4" fmla="*/ 9169070 w 9169070"/>
                <a:gd name="connsiteY4" fmla="*/ 0 h 1489619"/>
                <a:gd name="connsiteX5" fmla="*/ 18502 w 9169070"/>
                <a:gd name="connsiteY5" fmla="*/ 1284 h 1489619"/>
                <a:gd name="connsiteX0" fmla="*/ 18502 w 9169070"/>
                <a:gd name="connsiteY0" fmla="*/ 1284 h 1654092"/>
                <a:gd name="connsiteX1" fmla="*/ 0 w 9169070"/>
                <a:gd name="connsiteY1" fmla="*/ 1489619 h 1654092"/>
                <a:gd name="connsiteX2" fmla="*/ 3641188 w 9169070"/>
                <a:gd name="connsiteY2" fmla="*/ 425264 h 1654092"/>
                <a:gd name="connsiteX3" fmla="*/ 9137904 w 9169070"/>
                <a:gd name="connsiteY3" fmla="*/ 1061874 h 1654092"/>
                <a:gd name="connsiteX4" fmla="*/ 9169070 w 9169070"/>
                <a:gd name="connsiteY4" fmla="*/ 0 h 1654092"/>
                <a:gd name="connsiteX5" fmla="*/ 18502 w 916907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641188 w 9176990"/>
                <a:gd name="connsiteY2" fmla="*/ 425264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687310 w 9176990"/>
                <a:gd name="connsiteY2" fmla="*/ 649870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200119 w 9176990"/>
                <a:gd name="connsiteY2" fmla="*/ 555828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209344 w 9176990"/>
                <a:gd name="connsiteY2" fmla="*/ 515274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95308 w 9176990"/>
                <a:gd name="connsiteY3" fmla="*/ 114570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267623 w 9176990"/>
                <a:gd name="connsiteY3" fmla="*/ 86629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267623 w 9176990"/>
                <a:gd name="connsiteY3" fmla="*/ 86629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307596 w 9176990"/>
                <a:gd name="connsiteY3" fmla="*/ 941158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307596 w 9176990"/>
                <a:gd name="connsiteY3" fmla="*/ 941158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76990" h="1489619">
                  <a:moveTo>
                    <a:pt x="18502" y="1284"/>
                  </a:moveTo>
                  <a:cubicBezTo>
                    <a:pt x="18485" y="491948"/>
                    <a:pt x="17" y="998955"/>
                    <a:pt x="0" y="1489619"/>
                  </a:cubicBezTo>
                  <a:cubicBezTo>
                    <a:pt x="304800" y="1334171"/>
                    <a:pt x="2076793" y="572593"/>
                    <a:pt x="3209344" y="515274"/>
                  </a:cubicBezTo>
                  <a:cubicBezTo>
                    <a:pt x="4341895" y="457955"/>
                    <a:pt x="5743827" y="772070"/>
                    <a:pt x="6307596" y="941158"/>
                  </a:cubicBezTo>
                  <a:cubicBezTo>
                    <a:pt x="6871365" y="1110246"/>
                    <a:pt x="8191884" y="1377605"/>
                    <a:pt x="9174801" y="1061875"/>
                  </a:cubicBezTo>
                  <a:cubicBezTo>
                    <a:pt x="9176990" y="769267"/>
                    <a:pt x="9166881" y="292608"/>
                    <a:pt x="9169070" y="0"/>
                  </a:cubicBezTo>
                  <a:lnTo>
                    <a:pt x="18502" y="1284"/>
                  </a:ln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Freeform 9"/>
            <p:cNvSpPr/>
            <p:nvPr userDrawn="1"/>
          </p:nvSpPr>
          <p:spPr bwMode="invGray">
            <a:xfrm>
              <a:off x="1533" y="-1967"/>
              <a:ext cx="9149091" cy="1266391"/>
            </a:xfrm>
            <a:custGeom>
              <a:avLst/>
              <a:gdLst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3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52 w 9153196"/>
                <a:gd name="connsiteY0" fmla="*/ 914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9144 h 1481136"/>
                <a:gd name="connsiteX0" fmla="*/ 52 w 9153196"/>
                <a:gd name="connsiteY0" fmla="*/ 1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1284 h 1481136"/>
                <a:gd name="connsiteX0" fmla="*/ 52 w 9153196"/>
                <a:gd name="connsiteY0" fmla="*/ 763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763284 h 1481136"/>
                <a:gd name="connsiteX0" fmla="*/ 52 w 9153196"/>
                <a:gd name="connsiteY0" fmla="*/ 1284 h 719136"/>
                <a:gd name="connsiteX1" fmla="*/ 0 w 9153196"/>
                <a:gd name="connsiteY1" fmla="*/ 719136 h 719136"/>
                <a:gd name="connsiteX2" fmla="*/ 2980996 w 9153196"/>
                <a:gd name="connsiteY2" fmla="*/ 198120 h 719136"/>
                <a:gd name="connsiteX3" fmla="*/ 6739180 w 9153196"/>
                <a:gd name="connsiteY3" fmla="*/ 554736 h 719136"/>
                <a:gd name="connsiteX4" fmla="*/ 9144052 w 9153196"/>
                <a:gd name="connsiteY4" fmla="*/ 344424 h 719136"/>
                <a:gd name="connsiteX5" fmla="*/ 9153196 w 9153196"/>
                <a:gd name="connsiteY5" fmla="*/ 0 h 719136"/>
                <a:gd name="connsiteX6" fmla="*/ 52 w 9153196"/>
                <a:gd name="connsiteY6" fmla="*/ 1284 h 719136"/>
                <a:gd name="connsiteX0" fmla="*/ 17 w 9162305"/>
                <a:gd name="connsiteY0" fmla="*/ 0 h 775764"/>
                <a:gd name="connsiteX1" fmla="*/ 9109 w 9162305"/>
                <a:gd name="connsiteY1" fmla="*/ 775764 h 775764"/>
                <a:gd name="connsiteX2" fmla="*/ 2990105 w 9162305"/>
                <a:gd name="connsiteY2" fmla="*/ 254748 h 775764"/>
                <a:gd name="connsiteX3" fmla="*/ 6748289 w 9162305"/>
                <a:gd name="connsiteY3" fmla="*/ 611364 h 775764"/>
                <a:gd name="connsiteX4" fmla="*/ 9153161 w 9162305"/>
                <a:gd name="connsiteY4" fmla="*/ 401052 h 775764"/>
                <a:gd name="connsiteX5" fmla="*/ 9162305 w 9162305"/>
                <a:gd name="connsiteY5" fmla="*/ 56628 h 775764"/>
                <a:gd name="connsiteX6" fmla="*/ 17 w 9162305"/>
                <a:gd name="connsiteY6" fmla="*/ 0 h 775764"/>
                <a:gd name="connsiteX0" fmla="*/ 17 w 9162305"/>
                <a:gd name="connsiteY0" fmla="*/ 0 h 821484"/>
                <a:gd name="connsiteX1" fmla="*/ 9109 w 9162305"/>
                <a:gd name="connsiteY1" fmla="*/ 821484 h 821484"/>
                <a:gd name="connsiteX2" fmla="*/ 2990105 w 9162305"/>
                <a:gd name="connsiteY2" fmla="*/ 300468 h 821484"/>
                <a:gd name="connsiteX3" fmla="*/ 6748289 w 9162305"/>
                <a:gd name="connsiteY3" fmla="*/ 657084 h 821484"/>
                <a:gd name="connsiteX4" fmla="*/ 9153161 w 9162305"/>
                <a:gd name="connsiteY4" fmla="*/ 446772 h 821484"/>
                <a:gd name="connsiteX5" fmla="*/ 9162305 w 9162305"/>
                <a:gd name="connsiteY5" fmla="*/ 102348 h 821484"/>
                <a:gd name="connsiteX6" fmla="*/ 17 w 9162305"/>
                <a:gd name="connsiteY6" fmla="*/ 0 h 821484"/>
                <a:gd name="connsiteX0" fmla="*/ 17 w 9162305"/>
                <a:gd name="connsiteY0" fmla="*/ 0 h 848916"/>
                <a:gd name="connsiteX1" fmla="*/ 9109 w 9162305"/>
                <a:gd name="connsiteY1" fmla="*/ 848916 h 848916"/>
                <a:gd name="connsiteX2" fmla="*/ 2990105 w 9162305"/>
                <a:gd name="connsiteY2" fmla="*/ 327900 h 848916"/>
                <a:gd name="connsiteX3" fmla="*/ 6748289 w 9162305"/>
                <a:gd name="connsiteY3" fmla="*/ 684516 h 848916"/>
                <a:gd name="connsiteX4" fmla="*/ 9153161 w 9162305"/>
                <a:gd name="connsiteY4" fmla="*/ 474204 h 848916"/>
                <a:gd name="connsiteX5" fmla="*/ 9162305 w 9162305"/>
                <a:gd name="connsiteY5" fmla="*/ 129780 h 848916"/>
                <a:gd name="connsiteX6" fmla="*/ 17 w 9162305"/>
                <a:gd name="connsiteY6" fmla="*/ 0 h 848916"/>
                <a:gd name="connsiteX0" fmla="*/ 17 w 9171449"/>
                <a:gd name="connsiteY0" fmla="*/ 0 h 864156"/>
                <a:gd name="connsiteX1" fmla="*/ 18253 w 9171449"/>
                <a:gd name="connsiteY1" fmla="*/ 864156 h 864156"/>
                <a:gd name="connsiteX2" fmla="*/ 2999249 w 9171449"/>
                <a:gd name="connsiteY2" fmla="*/ 343140 h 864156"/>
                <a:gd name="connsiteX3" fmla="*/ 6757433 w 9171449"/>
                <a:gd name="connsiteY3" fmla="*/ 699756 h 864156"/>
                <a:gd name="connsiteX4" fmla="*/ 9162305 w 9171449"/>
                <a:gd name="connsiteY4" fmla="*/ 489444 h 864156"/>
                <a:gd name="connsiteX5" fmla="*/ 9171449 w 9171449"/>
                <a:gd name="connsiteY5" fmla="*/ 145020 h 864156"/>
                <a:gd name="connsiteX6" fmla="*/ 17 w 9171449"/>
                <a:gd name="connsiteY6" fmla="*/ 0 h 864156"/>
                <a:gd name="connsiteX0" fmla="*/ 17 w 9189737"/>
                <a:gd name="connsiteY0" fmla="*/ 0 h 952548"/>
                <a:gd name="connsiteX1" fmla="*/ 36541 w 9189737"/>
                <a:gd name="connsiteY1" fmla="*/ 952548 h 952548"/>
                <a:gd name="connsiteX2" fmla="*/ 3017537 w 9189737"/>
                <a:gd name="connsiteY2" fmla="*/ 431532 h 952548"/>
                <a:gd name="connsiteX3" fmla="*/ 6775721 w 9189737"/>
                <a:gd name="connsiteY3" fmla="*/ 788148 h 952548"/>
                <a:gd name="connsiteX4" fmla="*/ 9180593 w 9189737"/>
                <a:gd name="connsiteY4" fmla="*/ 577836 h 952548"/>
                <a:gd name="connsiteX5" fmla="*/ 9189737 w 9189737"/>
                <a:gd name="connsiteY5" fmla="*/ 233412 h 952548"/>
                <a:gd name="connsiteX6" fmla="*/ 17 w 9189737"/>
                <a:gd name="connsiteY6" fmla="*/ 0 h 952548"/>
                <a:gd name="connsiteX0" fmla="*/ 17 w 9171449"/>
                <a:gd name="connsiteY0" fmla="*/ 0 h 909876"/>
                <a:gd name="connsiteX1" fmla="*/ 18253 w 9171449"/>
                <a:gd name="connsiteY1" fmla="*/ 909876 h 909876"/>
                <a:gd name="connsiteX2" fmla="*/ 2999249 w 9171449"/>
                <a:gd name="connsiteY2" fmla="*/ 388860 h 909876"/>
                <a:gd name="connsiteX3" fmla="*/ 6757433 w 9171449"/>
                <a:gd name="connsiteY3" fmla="*/ 745476 h 909876"/>
                <a:gd name="connsiteX4" fmla="*/ 9162305 w 9171449"/>
                <a:gd name="connsiteY4" fmla="*/ 535164 h 909876"/>
                <a:gd name="connsiteX5" fmla="*/ 9171449 w 9171449"/>
                <a:gd name="connsiteY5" fmla="*/ 190740 h 909876"/>
                <a:gd name="connsiteX6" fmla="*/ 17 w 9171449"/>
                <a:gd name="connsiteY6" fmla="*/ 0 h 909876"/>
                <a:gd name="connsiteX0" fmla="*/ 17 w 9180593"/>
                <a:gd name="connsiteY0" fmla="*/ 13476 h 923352"/>
                <a:gd name="connsiteX1" fmla="*/ 18253 w 9180593"/>
                <a:gd name="connsiteY1" fmla="*/ 923352 h 923352"/>
                <a:gd name="connsiteX2" fmla="*/ 2999249 w 9180593"/>
                <a:gd name="connsiteY2" fmla="*/ 402336 h 923352"/>
                <a:gd name="connsiteX3" fmla="*/ 6757433 w 9180593"/>
                <a:gd name="connsiteY3" fmla="*/ 758952 h 923352"/>
                <a:gd name="connsiteX4" fmla="*/ 9162305 w 9180593"/>
                <a:gd name="connsiteY4" fmla="*/ 548640 h 923352"/>
                <a:gd name="connsiteX5" fmla="*/ 9180593 w 9180593"/>
                <a:gd name="connsiteY5" fmla="*/ 0 h 923352"/>
                <a:gd name="connsiteX6" fmla="*/ 17 w 9180593"/>
                <a:gd name="connsiteY6" fmla="*/ 13476 h 923352"/>
                <a:gd name="connsiteX0" fmla="*/ 17 w 9189737"/>
                <a:gd name="connsiteY0" fmla="*/ 0 h 909876"/>
                <a:gd name="connsiteX1" fmla="*/ 18253 w 9189737"/>
                <a:gd name="connsiteY1" fmla="*/ 909876 h 909876"/>
                <a:gd name="connsiteX2" fmla="*/ 2999249 w 9189737"/>
                <a:gd name="connsiteY2" fmla="*/ 388860 h 909876"/>
                <a:gd name="connsiteX3" fmla="*/ 6757433 w 9189737"/>
                <a:gd name="connsiteY3" fmla="*/ 745476 h 909876"/>
                <a:gd name="connsiteX4" fmla="*/ 9162305 w 9189737"/>
                <a:gd name="connsiteY4" fmla="*/ 535164 h 909876"/>
                <a:gd name="connsiteX5" fmla="*/ 9189737 w 9189737"/>
                <a:gd name="connsiteY5" fmla="*/ 10908 h 909876"/>
                <a:gd name="connsiteX6" fmla="*/ 17 w 9189737"/>
                <a:gd name="connsiteY6" fmla="*/ 0 h 909876"/>
                <a:gd name="connsiteX0" fmla="*/ 0 w 9189720"/>
                <a:gd name="connsiteY0" fmla="*/ 0 h 909876"/>
                <a:gd name="connsiteX1" fmla="*/ 18236 w 9189720"/>
                <a:gd name="connsiteY1" fmla="*/ 909876 h 909876"/>
                <a:gd name="connsiteX2" fmla="*/ 2999232 w 9189720"/>
                <a:gd name="connsiteY2" fmla="*/ 388860 h 909876"/>
                <a:gd name="connsiteX3" fmla="*/ 6757416 w 9189720"/>
                <a:gd name="connsiteY3" fmla="*/ 745476 h 909876"/>
                <a:gd name="connsiteX4" fmla="*/ 9162288 w 9189720"/>
                <a:gd name="connsiteY4" fmla="*/ 535164 h 909876"/>
                <a:gd name="connsiteX5" fmla="*/ 9189720 w 9189720"/>
                <a:gd name="connsiteY5" fmla="*/ 10908 h 909876"/>
                <a:gd name="connsiteX6" fmla="*/ 0 w 9189720"/>
                <a:gd name="connsiteY6" fmla="*/ 0 h 909876"/>
                <a:gd name="connsiteX0" fmla="*/ 0 w 9162288"/>
                <a:gd name="connsiteY0" fmla="*/ 1971 h 911847"/>
                <a:gd name="connsiteX1" fmla="*/ 18236 w 9162288"/>
                <a:gd name="connsiteY1" fmla="*/ 911847 h 911847"/>
                <a:gd name="connsiteX2" fmla="*/ 2999232 w 9162288"/>
                <a:gd name="connsiteY2" fmla="*/ 390831 h 911847"/>
                <a:gd name="connsiteX3" fmla="*/ 6757416 w 9162288"/>
                <a:gd name="connsiteY3" fmla="*/ 747447 h 911847"/>
                <a:gd name="connsiteX4" fmla="*/ 9162288 w 9162288"/>
                <a:gd name="connsiteY4" fmla="*/ 537135 h 911847"/>
                <a:gd name="connsiteX5" fmla="*/ 9161386 w 9162288"/>
                <a:gd name="connsiteY5" fmla="*/ 0 h 911847"/>
                <a:gd name="connsiteX6" fmla="*/ 0 w 9162288"/>
                <a:gd name="connsiteY6" fmla="*/ 1971 h 911847"/>
                <a:gd name="connsiteX0" fmla="*/ 20401 w 9144052"/>
                <a:gd name="connsiteY0" fmla="*/ 32880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0401 w 9144052"/>
                <a:gd name="connsiteY6" fmla="*/ 32880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371 w 9144052"/>
                <a:gd name="connsiteY6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371 w 9144052"/>
                <a:gd name="connsiteY6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9144052 w 9144052"/>
                <a:gd name="connsiteY3" fmla="*/ 537135 h 911847"/>
                <a:gd name="connsiteX4" fmla="*/ 9143150 w 9144052"/>
                <a:gd name="connsiteY4" fmla="*/ 0 h 911847"/>
                <a:gd name="connsiteX5" fmla="*/ 2371 w 9144052"/>
                <a:gd name="connsiteY5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3361996 w 9144052"/>
                <a:gd name="connsiteY2" fmla="*/ 390831 h 911847"/>
                <a:gd name="connsiteX3" fmla="*/ 9144052 w 9144052"/>
                <a:gd name="connsiteY3" fmla="*/ 537135 h 911847"/>
                <a:gd name="connsiteX4" fmla="*/ 9143150 w 9144052"/>
                <a:gd name="connsiteY4" fmla="*/ 0 h 911847"/>
                <a:gd name="connsiteX5" fmla="*/ 2371 w 9144052"/>
                <a:gd name="connsiteY5" fmla="*/ 1971 h 911847"/>
                <a:gd name="connsiteX0" fmla="*/ 2371 w 9144052"/>
                <a:gd name="connsiteY0" fmla="*/ 1971 h 1193400"/>
                <a:gd name="connsiteX1" fmla="*/ 0 w 9144052"/>
                <a:gd name="connsiteY1" fmla="*/ 911847 h 1193400"/>
                <a:gd name="connsiteX2" fmla="*/ 3361996 w 9144052"/>
                <a:gd name="connsiteY2" fmla="*/ 390831 h 1193400"/>
                <a:gd name="connsiteX3" fmla="*/ 9144052 w 9144052"/>
                <a:gd name="connsiteY3" fmla="*/ 537135 h 1193400"/>
                <a:gd name="connsiteX4" fmla="*/ 9143150 w 9144052"/>
                <a:gd name="connsiteY4" fmla="*/ 0 h 1193400"/>
                <a:gd name="connsiteX5" fmla="*/ 2371 w 9144052"/>
                <a:gd name="connsiteY5" fmla="*/ 1971 h 1193400"/>
                <a:gd name="connsiteX0" fmla="*/ 2371 w 9144052"/>
                <a:gd name="connsiteY0" fmla="*/ 1971 h 1125725"/>
                <a:gd name="connsiteX1" fmla="*/ 0 w 9144052"/>
                <a:gd name="connsiteY1" fmla="*/ 911847 h 1125725"/>
                <a:gd name="connsiteX2" fmla="*/ 3361996 w 9144052"/>
                <a:gd name="connsiteY2" fmla="*/ 390831 h 1125725"/>
                <a:gd name="connsiteX3" fmla="*/ 9144052 w 9144052"/>
                <a:gd name="connsiteY3" fmla="*/ 537135 h 1125725"/>
                <a:gd name="connsiteX4" fmla="*/ 9143150 w 9144052"/>
                <a:gd name="connsiteY4" fmla="*/ 0 h 1125725"/>
                <a:gd name="connsiteX5" fmla="*/ 2371 w 9144052"/>
                <a:gd name="connsiteY5" fmla="*/ 1971 h 1125725"/>
                <a:gd name="connsiteX0" fmla="*/ 2371 w 9144052"/>
                <a:gd name="connsiteY0" fmla="*/ 1971 h 1244834"/>
                <a:gd name="connsiteX1" fmla="*/ 0 w 9144052"/>
                <a:gd name="connsiteY1" fmla="*/ 911847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863120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343523 w 9144052"/>
                <a:gd name="connsiteY2" fmla="*/ 315034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114923 w 9144052"/>
                <a:gd name="connsiteY2" fmla="*/ 315034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570664"/>
                <a:gd name="connsiteX1" fmla="*/ 0 w 9144052"/>
                <a:gd name="connsiteY1" fmla="*/ 749425 h 1570664"/>
                <a:gd name="connsiteX2" fmla="*/ 3114923 w 9144052"/>
                <a:gd name="connsiteY2" fmla="*/ 315034 h 1570664"/>
                <a:gd name="connsiteX3" fmla="*/ 9144052 w 9144052"/>
                <a:gd name="connsiteY3" fmla="*/ 825067 h 1570664"/>
                <a:gd name="connsiteX4" fmla="*/ 9143150 w 9144052"/>
                <a:gd name="connsiteY4" fmla="*/ 0 h 1570664"/>
                <a:gd name="connsiteX5" fmla="*/ 2371 w 9144052"/>
                <a:gd name="connsiteY5" fmla="*/ 1971 h 1570664"/>
                <a:gd name="connsiteX0" fmla="*/ 2371 w 9144052"/>
                <a:gd name="connsiteY0" fmla="*/ 1971 h 1986563"/>
                <a:gd name="connsiteX1" fmla="*/ 0 w 9144052"/>
                <a:gd name="connsiteY1" fmla="*/ 749425 h 1986563"/>
                <a:gd name="connsiteX2" fmla="*/ 3114923 w 9144052"/>
                <a:gd name="connsiteY2" fmla="*/ 315034 h 1986563"/>
                <a:gd name="connsiteX3" fmla="*/ 9144052 w 9144052"/>
                <a:gd name="connsiteY3" fmla="*/ 825067 h 1986563"/>
                <a:gd name="connsiteX4" fmla="*/ 9143150 w 9144052"/>
                <a:gd name="connsiteY4" fmla="*/ 0 h 1986563"/>
                <a:gd name="connsiteX5" fmla="*/ 2371 w 9144052"/>
                <a:gd name="connsiteY5" fmla="*/ 1971 h 1986563"/>
                <a:gd name="connsiteX0" fmla="*/ 2371 w 9144052"/>
                <a:gd name="connsiteY0" fmla="*/ 1971 h 1910577"/>
                <a:gd name="connsiteX1" fmla="*/ 0 w 9144052"/>
                <a:gd name="connsiteY1" fmla="*/ 749425 h 1910577"/>
                <a:gd name="connsiteX2" fmla="*/ 3114923 w 9144052"/>
                <a:gd name="connsiteY2" fmla="*/ 315034 h 1910577"/>
                <a:gd name="connsiteX3" fmla="*/ 9144052 w 9144052"/>
                <a:gd name="connsiteY3" fmla="*/ 825067 h 1910577"/>
                <a:gd name="connsiteX4" fmla="*/ 9143150 w 9144052"/>
                <a:gd name="connsiteY4" fmla="*/ 0 h 1910577"/>
                <a:gd name="connsiteX5" fmla="*/ 2371 w 9144052"/>
                <a:gd name="connsiteY5" fmla="*/ 1971 h 1910577"/>
                <a:gd name="connsiteX0" fmla="*/ 790 w 9142471"/>
                <a:gd name="connsiteY0" fmla="*/ 1971 h 1910577"/>
                <a:gd name="connsiteX1" fmla="*/ 4568 w 9142471"/>
                <a:gd name="connsiteY1" fmla="*/ 1141332 h 1910577"/>
                <a:gd name="connsiteX2" fmla="*/ 3113342 w 9142471"/>
                <a:gd name="connsiteY2" fmla="*/ 315034 h 1910577"/>
                <a:gd name="connsiteX3" fmla="*/ 9142471 w 9142471"/>
                <a:gd name="connsiteY3" fmla="*/ 825067 h 1910577"/>
                <a:gd name="connsiteX4" fmla="*/ 9141569 w 9142471"/>
                <a:gd name="connsiteY4" fmla="*/ 0 h 1910577"/>
                <a:gd name="connsiteX5" fmla="*/ 790 w 9142471"/>
                <a:gd name="connsiteY5" fmla="*/ 1971 h 1910577"/>
                <a:gd name="connsiteX0" fmla="*/ 790 w 9142471"/>
                <a:gd name="connsiteY0" fmla="*/ 1971 h 1910577"/>
                <a:gd name="connsiteX1" fmla="*/ 4568 w 9142471"/>
                <a:gd name="connsiteY1" fmla="*/ 1141332 h 1910577"/>
                <a:gd name="connsiteX2" fmla="*/ 3162539 w 9142471"/>
                <a:gd name="connsiteY2" fmla="*/ 482994 h 1910577"/>
                <a:gd name="connsiteX3" fmla="*/ 9142471 w 9142471"/>
                <a:gd name="connsiteY3" fmla="*/ 825067 h 1910577"/>
                <a:gd name="connsiteX4" fmla="*/ 9141569 w 9142471"/>
                <a:gd name="connsiteY4" fmla="*/ 0 h 1910577"/>
                <a:gd name="connsiteX5" fmla="*/ 790 w 9142471"/>
                <a:gd name="connsiteY5" fmla="*/ 1971 h 1910577"/>
                <a:gd name="connsiteX0" fmla="*/ 790 w 9142471"/>
                <a:gd name="connsiteY0" fmla="*/ 1971 h 1742614"/>
                <a:gd name="connsiteX1" fmla="*/ 4568 w 9142471"/>
                <a:gd name="connsiteY1" fmla="*/ 1141332 h 1742614"/>
                <a:gd name="connsiteX2" fmla="*/ 3162539 w 9142471"/>
                <a:gd name="connsiteY2" fmla="*/ 482994 h 1742614"/>
                <a:gd name="connsiteX3" fmla="*/ 9142471 w 9142471"/>
                <a:gd name="connsiteY3" fmla="*/ 825067 h 1742614"/>
                <a:gd name="connsiteX4" fmla="*/ 9141569 w 9142471"/>
                <a:gd name="connsiteY4" fmla="*/ 0 h 1742614"/>
                <a:gd name="connsiteX5" fmla="*/ 790 w 9142471"/>
                <a:gd name="connsiteY5" fmla="*/ 1971 h 1742614"/>
                <a:gd name="connsiteX0" fmla="*/ 790 w 9142471"/>
                <a:gd name="connsiteY0" fmla="*/ 1971 h 1850587"/>
                <a:gd name="connsiteX1" fmla="*/ 4568 w 9142471"/>
                <a:gd name="connsiteY1" fmla="*/ 1141332 h 1850587"/>
                <a:gd name="connsiteX2" fmla="*/ 3162539 w 9142471"/>
                <a:gd name="connsiteY2" fmla="*/ 482994 h 1850587"/>
                <a:gd name="connsiteX3" fmla="*/ 9142471 w 9142471"/>
                <a:gd name="connsiteY3" fmla="*/ 825067 h 1850587"/>
                <a:gd name="connsiteX4" fmla="*/ 9141569 w 9142471"/>
                <a:gd name="connsiteY4" fmla="*/ 0 h 1850587"/>
                <a:gd name="connsiteX5" fmla="*/ 790 w 9142471"/>
                <a:gd name="connsiteY5" fmla="*/ 1971 h 1850587"/>
                <a:gd name="connsiteX0" fmla="*/ 790 w 9142471"/>
                <a:gd name="connsiteY0" fmla="*/ 1971 h 1850587"/>
                <a:gd name="connsiteX1" fmla="*/ 4568 w 9142471"/>
                <a:gd name="connsiteY1" fmla="*/ 1141332 h 1850587"/>
                <a:gd name="connsiteX2" fmla="*/ 3162539 w 9142471"/>
                <a:gd name="connsiteY2" fmla="*/ 482994 h 1850587"/>
                <a:gd name="connsiteX3" fmla="*/ 9142471 w 9142471"/>
                <a:gd name="connsiteY3" fmla="*/ 825067 h 1850587"/>
                <a:gd name="connsiteX4" fmla="*/ 9141569 w 9142471"/>
                <a:gd name="connsiteY4" fmla="*/ 0 h 1850587"/>
                <a:gd name="connsiteX5" fmla="*/ 790 w 9142471"/>
                <a:gd name="connsiteY5" fmla="*/ 1971 h 1850587"/>
                <a:gd name="connsiteX0" fmla="*/ 790 w 9142471"/>
                <a:gd name="connsiteY0" fmla="*/ 1971 h 1538662"/>
                <a:gd name="connsiteX1" fmla="*/ 4568 w 9142471"/>
                <a:gd name="connsiteY1" fmla="*/ 1141332 h 1538662"/>
                <a:gd name="connsiteX2" fmla="*/ 3162539 w 9142471"/>
                <a:gd name="connsiteY2" fmla="*/ 482994 h 1538662"/>
                <a:gd name="connsiteX3" fmla="*/ 9142471 w 9142471"/>
                <a:gd name="connsiteY3" fmla="*/ 825067 h 1538662"/>
                <a:gd name="connsiteX4" fmla="*/ 9141569 w 9142471"/>
                <a:gd name="connsiteY4" fmla="*/ 0 h 1538662"/>
                <a:gd name="connsiteX5" fmla="*/ 790 w 9142471"/>
                <a:gd name="connsiteY5" fmla="*/ 1971 h 1538662"/>
                <a:gd name="connsiteX0" fmla="*/ 790 w 9142471"/>
                <a:gd name="connsiteY0" fmla="*/ 1971 h 1874582"/>
                <a:gd name="connsiteX1" fmla="*/ 4568 w 9142471"/>
                <a:gd name="connsiteY1" fmla="*/ 1141332 h 1874582"/>
                <a:gd name="connsiteX2" fmla="*/ 3162539 w 9142471"/>
                <a:gd name="connsiteY2" fmla="*/ 482994 h 1874582"/>
                <a:gd name="connsiteX3" fmla="*/ 9142471 w 9142471"/>
                <a:gd name="connsiteY3" fmla="*/ 825067 h 1874582"/>
                <a:gd name="connsiteX4" fmla="*/ 9141569 w 9142471"/>
                <a:gd name="connsiteY4" fmla="*/ 0 h 1874582"/>
                <a:gd name="connsiteX5" fmla="*/ 790 w 9142471"/>
                <a:gd name="connsiteY5" fmla="*/ 1971 h 1874582"/>
                <a:gd name="connsiteX0" fmla="*/ 790 w 9142471"/>
                <a:gd name="connsiteY0" fmla="*/ 1971 h 1874582"/>
                <a:gd name="connsiteX1" fmla="*/ 4568 w 9142471"/>
                <a:gd name="connsiteY1" fmla="*/ 1141332 h 1874582"/>
                <a:gd name="connsiteX2" fmla="*/ 3162539 w 9142471"/>
                <a:gd name="connsiteY2" fmla="*/ 482994 h 1874582"/>
                <a:gd name="connsiteX3" fmla="*/ 9142471 w 9142471"/>
                <a:gd name="connsiteY3" fmla="*/ 825067 h 1874582"/>
                <a:gd name="connsiteX4" fmla="*/ 9141569 w 9142471"/>
                <a:gd name="connsiteY4" fmla="*/ 0 h 1874582"/>
                <a:gd name="connsiteX5" fmla="*/ 790 w 9142471"/>
                <a:gd name="connsiteY5" fmla="*/ 1971 h 187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2471" h="1874582">
                  <a:moveTo>
                    <a:pt x="790" y="1971"/>
                  </a:moveTo>
                  <a:cubicBezTo>
                    <a:pt x="0" y="305263"/>
                    <a:pt x="5358" y="838040"/>
                    <a:pt x="4568" y="1141332"/>
                  </a:cubicBezTo>
                  <a:cubicBezTo>
                    <a:pt x="419096" y="979788"/>
                    <a:pt x="1492070" y="639683"/>
                    <a:pt x="3162539" y="482994"/>
                  </a:cubicBezTo>
                  <a:cubicBezTo>
                    <a:pt x="4833008" y="326305"/>
                    <a:pt x="7747892" y="1874582"/>
                    <a:pt x="9142471" y="825067"/>
                  </a:cubicBezTo>
                  <a:cubicBezTo>
                    <a:pt x="9142170" y="646022"/>
                    <a:pt x="9141870" y="179045"/>
                    <a:pt x="9141569" y="0"/>
                  </a:cubicBezTo>
                  <a:lnTo>
                    <a:pt x="790" y="197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11" name="Oval 10"/>
          <p:cNvSpPr/>
          <p:nvPr/>
        </p:nvSpPr>
        <p:spPr bwMode="gray">
          <a:xfrm>
            <a:off x="9144000" y="3886200"/>
            <a:ext cx="1011936" cy="7589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7717536" y="4572000"/>
            <a:ext cx="512064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Oval 12"/>
          <p:cNvSpPr/>
          <p:nvPr/>
        </p:nvSpPr>
        <p:spPr bwMode="gray">
          <a:xfrm>
            <a:off x="1621536" y="384048"/>
            <a:ext cx="975360" cy="73152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41750806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 bwMode="gray">
          <a:xfrm>
            <a:off x="0" y="1"/>
            <a:ext cx="12200827" cy="1281822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80996 w 9153196"/>
              <a:gd name="connsiteY2" fmla="*/ 96012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6108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610884 h 18621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2999284 w 9153196"/>
              <a:gd name="connsiteY2" fmla="*/ 441960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9144052 w 9153196"/>
              <a:gd name="connsiteY3" fmla="*/ 877824 h 1252536"/>
              <a:gd name="connsiteX4" fmla="*/ 9153196 w 9153196"/>
              <a:gd name="connsiteY4" fmla="*/ 0 h 1252536"/>
              <a:gd name="connsiteX5" fmla="*/ 52 w 9153196"/>
              <a:gd name="connsiteY5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9144052 w 9153196"/>
              <a:gd name="connsiteY3" fmla="*/ 877824 h 1252536"/>
              <a:gd name="connsiteX4" fmla="*/ 9153196 w 9153196"/>
              <a:gd name="connsiteY4" fmla="*/ 0 h 1252536"/>
              <a:gd name="connsiteX5" fmla="*/ 52 w 9153196"/>
              <a:gd name="connsiteY5" fmla="*/ 1284 h 1252536"/>
              <a:gd name="connsiteX0" fmla="*/ 52 w 9153196"/>
              <a:gd name="connsiteY0" fmla="*/ 1284 h 1279374"/>
              <a:gd name="connsiteX1" fmla="*/ 0 w 9153196"/>
              <a:gd name="connsiteY1" fmla="*/ 1252536 h 1279374"/>
              <a:gd name="connsiteX2" fmla="*/ 3620429 w 9153196"/>
              <a:gd name="connsiteY2" fmla="*/ 483524 h 1279374"/>
              <a:gd name="connsiteX3" fmla="*/ 9144052 w 9153196"/>
              <a:gd name="connsiteY3" fmla="*/ 877824 h 1279374"/>
              <a:gd name="connsiteX4" fmla="*/ 9153196 w 9153196"/>
              <a:gd name="connsiteY4" fmla="*/ 0 h 1279374"/>
              <a:gd name="connsiteX5" fmla="*/ 52 w 9153196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0429 w 9150620"/>
              <a:gd name="connsiteY2" fmla="*/ 48352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41211 w 9150620"/>
              <a:gd name="connsiteY2" fmla="*/ 459690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41211 w 9150620"/>
              <a:gd name="connsiteY2" fmla="*/ 459690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52536"/>
              <a:gd name="connsiteX1" fmla="*/ 0 w 9150620"/>
              <a:gd name="connsiteY1" fmla="*/ 1252536 h 1252536"/>
              <a:gd name="connsiteX2" fmla="*/ 3622738 w 9150620"/>
              <a:gd name="connsiteY2" fmla="*/ 425264 h 1252536"/>
              <a:gd name="connsiteX3" fmla="*/ 9144052 w 9150620"/>
              <a:gd name="connsiteY3" fmla="*/ 877824 h 1252536"/>
              <a:gd name="connsiteX4" fmla="*/ 9150620 w 9150620"/>
              <a:gd name="connsiteY4" fmla="*/ 0 h 1252536"/>
              <a:gd name="connsiteX5" fmla="*/ 52 w 9150620"/>
              <a:gd name="connsiteY5" fmla="*/ 1284 h 1252536"/>
              <a:gd name="connsiteX0" fmla="*/ 52 w 9150620"/>
              <a:gd name="connsiteY0" fmla="*/ 1284 h 1252536"/>
              <a:gd name="connsiteX1" fmla="*/ 0 w 9150620"/>
              <a:gd name="connsiteY1" fmla="*/ 1252536 h 1252536"/>
              <a:gd name="connsiteX2" fmla="*/ 3622738 w 9150620"/>
              <a:gd name="connsiteY2" fmla="*/ 425264 h 1252536"/>
              <a:gd name="connsiteX3" fmla="*/ 9144052 w 9150620"/>
              <a:gd name="connsiteY3" fmla="*/ 877824 h 1252536"/>
              <a:gd name="connsiteX4" fmla="*/ 9150620 w 9150620"/>
              <a:gd name="connsiteY4" fmla="*/ 0 h 1252536"/>
              <a:gd name="connsiteX5" fmla="*/ 52 w 9150620"/>
              <a:gd name="connsiteY5" fmla="*/ 1284 h 1252536"/>
              <a:gd name="connsiteX0" fmla="*/ 52 w 9150620"/>
              <a:gd name="connsiteY0" fmla="*/ 1284 h 1340282"/>
              <a:gd name="connsiteX1" fmla="*/ 0 w 9150620"/>
              <a:gd name="connsiteY1" fmla="*/ 1252536 h 1340282"/>
              <a:gd name="connsiteX2" fmla="*/ 3622738 w 9150620"/>
              <a:gd name="connsiteY2" fmla="*/ 425264 h 1340282"/>
              <a:gd name="connsiteX3" fmla="*/ 9144052 w 9150620"/>
              <a:gd name="connsiteY3" fmla="*/ 877824 h 1340282"/>
              <a:gd name="connsiteX4" fmla="*/ 9150620 w 9150620"/>
              <a:gd name="connsiteY4" fmla="*/ 0 h 1340282"/>
              <a:gd name="connsiteX5" fmla="*/ 52 w 9150620"/>
              <a:gd name="connsiteY5" fmla="*/ 1284 h 1340282"/>
              <a:gd name="connsiteX0" fmla="*/ 52 w 9150620"/>
              <a:gd name="connsiteY0" fmla="*/ 1284 h 1470041"/>
              <a:gd name="connsiteX1" fmla="*/ 0 w 9150620"/>
              <a:gd name="connsiteY1" fmla="*/ 1252536 h 1470041"/>
              <a:gd name="connsiteX2" fmla="*/ 3622738 w 9150620"/>
              <a:gd name="connsiteY2" fmla="*/ 425264 h 1470041"/>
              <a:gd name="connsiteX3" fmla="*/ 9144052 w 9150620"/>
              <a:gd name="connsiteY3" fmla="*/ 877824 h 1470041"/>
              <a:gd name="connsiteX4" fmla="*/ 9150620 w 9150620"/>
              <a:gd name="connsiteY4" fmla="*/ 0 h 1470041"/>
              <a:gd name="connsiteX5" fmla="*/ 52 w 9150620"/>
              <a:gd name="connsiteY5" fmla="*/ 1284 h 1470041"/>
              <a:gd name="connsiteX0" fmla="*/ 52 w 9150620"/>
              <a:gd name="connsiteY0" fmla="*/ 1284 h 1470041"/>
              <a:gd name="connsiteX1" fmla="*/ 0 w 9150620"/>
              <a:gd name="connsiteY1" fmla="*/ 1252536 h 1470041"/>
              <a:gd name="connsiteX2" fmla="*/ 3622738 w 9150620"/>
              <a:gd name="connsiteY2" fmla="*/ 425264 h 1470041"/>
              <a:gd name="connsiteX3" fmla="*/ 9144052 w 9150620"/>
              <a:gd name="connsiteY3" fmla="*/ 877824 h 1470041"/>
              <a:gd name="connsiteX4" fmla="*/ 9150620 w 9150620"/>
              <a:gd name="connsiteY4" fmla="*/ 0 h 1470041"/>
              <a:gd name="connsiteX5" fmla="*/ 52 w 9150620"/>
              <a:gd name="connsiteY5" fmla="*/ 1284 h 1470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50620" h="1470041">
                <a:moveTo>
                  <a:pt x="52" y="1284"/>
                </a:moveTo>
                <a:cubicBezTo>
                  <a:pt x="35" y="491948"/>
                  <a:pt x="17" y="761872"/>
                  <a:pt x="0" y="1252536"/>
                </a:cubicBezTo>
                <a:cubicBezTo>
                  <a:pt x="304800" y="1097088"/>
                  <a:pt x="1803165" y="328826"/>
                  <a:pt x="3622738" y="425264"/>
                </a:cubicBezTo>
                <a:cubicBezTo>
                  <a:pt x="5442311" y="521702"/>
                  <a:pt x="6970396" y="1470041"/>
                  <a:pt x="9144052" y="877824"/>
                </a:cubicBezTo>
                <a:cubicBezTo>
                  <a:pt x="9146241" y="585216"/>
                  <a:pt x="9148431" y="292608"/>
                  <a:pt x="9150620" y="0"/>
                </a:cubicBezTo>
                <a:lnTo>
                  <a:pt x="52" y="1284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Freeform 8"/>
          <p:cNvSpPr/>
          <p:nvPr/>
        </p:nvSpPr>
        <p:spPr bwMode="invGray">
          <a:xfrm>
            <a:off x="-69" y="-1972"/>
            <a:ext cx="12192069" cy="1094171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763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763284 h 1481136"/>
              <a:gd name="connsiteX0" fmla="*/ 52 w 9153196"/>
              <a:gd name="connsiteY0" fmla="*/ 1284 h 719136"/>
              <a:gd name="connsiteX1" fmla="*/ 0 w 9153196"/>
              <a:gd name="connsiteY1" fmla="*/ 719136 h 719136"/>
              <a:gd name="connsiteX2" fmla="*/ 2980996 w 9153196"/>
              <a:gd name="connsiteY2" fmla="*/ 198120 h 719136"/>
              <a:gd name="connsiteX3" fmla="*/ 6739180 w 9153196"/>
              <a:gd name="connsiteY3" fmla="*/ 554736 h 719136"/>
              <a:gd name="connsiteX4" fmla="*/ 9144052 w 9153196"/>
              <a:gd name="connsiteY4" fmla="*/ 344424 h 719136"/>
              <a:gd name="connsiteX5" fmla="*/ 9153196 w 9153196"/>
              <a:gd name="connsiteY5" fmla="*/ 0 h 719136"/>
              <a:gd name="connsiteX6" fmla="*/ 52 w 9153196"/>
              <a:gd name="connsiteY6" fmla="*/ 1284 h 719136"/>
              <a:gd name="connsiteX0" fmla="*/ 17 w 9162305"/>
              <a:gd name="connsiteY0" fmla="*/ 0 h 775764"/>
              <a:gd name="connsiteX1" fmla="*/ 9109 w 9162305"/>
              <a:gd name="connsiteY1" fmla="*/ 775764 h 775764"/>
              <a:gd name="connsiteX2" fmla="*/ 2990105 w 9162305"/>
              <a:gd name="connsiteY2" fmla="*/ 254748 h 775764"/>
              <a:gd name="connsiteX3" fmla="*/ 6748289 w 9162305"/>
              <a:gd name="connsiteY3" fmla="*/ 611364 h 775764"/>
              <a:gd name="connsiteX4" fmla="*/ 9153161 w 9162305"/>
              <a:gd name="connsiteY4" fmla="*/ 401052 h 775764"/>
              <a:gd name="connsiteX5" fmla="*/ 9162305 w 9162305"/>
              <a:gd name="connsiteY5" fmla="*/ 56628 h 775764"/>
              <a:gd name="connsiteX6" fmla="*/ 17 w 9162305"/>
              <a:gd name="connsiteY6" fmla="*/ 0 h 775764"/>
              <a:gd name="connsiteX0" fmla="*/ 17 w 9162305"/>
              <a:gd name="connsiteY0" fmla="*/ 0 h 821484"/>
              <a:gd name="connsiteX1" fmla="*/ 9109 w 9162305"/>
              <a:gd name="connsiteY1" fmla="*/ 821484 h 821484"/>
              <a:gd name="connsiteX2" fmla="*/ 2990105 w 9162305"/>
              <a:gd name="connsiteY2" fmla="*/ 300468 h 821484"/>
              <a:gd name="connsiteX3" fmla="*/ 6748289 w 9162305"/>
              <a:gd name="connsiteY3" fmla="*/ 657084 h 821484"/>
              <a:gd name="connsiteX4" fmla="*/ 9153161 w 9162305"/>
              <a:gd name="connsiteY4" fmla="*/ 446772 h 821484"/>
              <a:gd name="connsiteX5" fmla="*/ 9162305 w 9162305"/>
              <a:gd name="connsiteY5" fmla="*/ 102348 h 821484"/>
              <a:gd name="connsiteX6" fmla="*/ 17 w 9162305"/>
              <a:gd name="connsiteY6" fmla="*/ 0 h 821484"/>
              <a:gd name="connsiteX0" fmla="*/ 17 w 9162305"/>
              <a:gd name="connsiteY0" fmla="*/ 0 h 848916"/>
              <a:gd name="connsiteX1" fmla="*/ 9109 w 9162305"/>
              <a:gd name="connsiteY1" fmla="*/ 848916 h 848916"/>
              <a:gd name="connsiteX2" fmla="*/ 2990105 w 9162305"/>
              <a:gd name="connsiteY2" fmla="*/ 327900 h 848916"/>
              <a:gd name="connsiteX3" fmla="*/ 6748289 w 9162305"/>
              <a:gd name="connsiteY3" fmla="*/ 684516 h 848916"/>
              <a:gd name="connsiteX4" fmla="*/ 9153161 w 9162305"/>
              <a:gd name="connsiteY4" fmla="*/ 474204 h 848916"/>
              <a:gd name="connsiteX5" fmla="*/ 9162305 w 9162305"/>
              <a:gd name="connsiteY5" fmla="*/ 129780 h 848916"/>
              <a:gd name="connsiteX6" fmla="*/ 17 w 9162305"/>
              <a:gd name="connsiteY6" fmla="*/ 0 h 848916"/>
              <a:gd name="connsiteX0" fmla="*/ 17 w 9171449"/>
              <a:gd name="connsiteY0" fmla="*/ 0 h 864156"/>
              <a:gd name="connsiteX1" fmla="*/ 18253 w 9171449"/>
              <a:gd name="connsiteY1" fmla="*/ 864156 h 864156"/>
              <a:gd name="connsiteX2" fmla="*/ 2999249 w 9171449"/>
              <a:gd name="connsiteY2" fmla="*/ 343140 h 864156"/>
              <a:gd name="connsiteX3" fmla="*/ 6757433 w 9171449"/>
              <a:gd name="connsiteY3" fmla="*/ 699756 h 864156"/>
              <a:gd name="connsiteX4" fmla="*/ 9162305 w 9171449"/>
              <a:gd name="connsiteY4" fmla="*/ 489444 h 864156"/>
              <a:gd name="connsiteX5" fmla="*/ 9171449 w 9171449"/>
              <a:gd name="connsiteY5" fmla="*/ 145020 h 864156"/>
              <a:gd name="connsiteX6" fmla="*/ 17 w 9171449"/>
              <a:gd name="connsiteY6" fmla="*/ 0 h 864156"/>
              <a:gd name="connsiteX0" fmla="*/ 17 w 9189737"/>
              <a:gd name="connsiteY0" fmla="*/ 0 h 952548"/>
              <a:gd name="connsiteX1" fmla="*/ 36541 w 9189737"/>
              <a:gd name="connsiteY1" fmla="*/ 952548 h 952548"/>
              <a:gd name="connsiteX2" fmla="*/ 3017537 w 9189737"/>
              <a:gd name="connsiteY2" fmla="*/ 431532 h 952548"/>
              <a:gd name="connsiteX3" fmla="*/ 6775721 w 9189737"/>
              <a:gd name="connsiteY3" fmla="*/ 788148 h 952548"/>
              <a:gd name="connsiteX4" fmla="*/ 9180593 w 9189737"/>
              <a:gd name="connsiteY4" fmla="*/ 577836 h 952548"/>
              <a:gd name="connsiteX5" fmla="*/ 9189737 w 9189737"/>
              <a:gd name="connsiteY5" fmla="*/ 233412 h 952548"/>
              <a:gd name="connsiteX6" fmla="*/ 17 w 9189737"/>
              <a:gd name="connsiteY6" fmla="*/ 0 h 952548"/>
              <a:gd name="connsiteX0" fmla="*/ 17 w 9171449"/>
              <a:gd name="connsiteY0" fmla="*/ 0 h 909876"/>
              <a:gd name="connsiteX1" fmla="*/ 18253 w 9171449"/>
              <a:gd name="connsiteY1" fmla="*/ 909876 h 909876"/>
              <a:gd name="connsiteX2" fmla="*/ 2999249 w 9171449"/>
              <a:gd name="connsiteY2" fmla="*/ 388860 h 909876"/>
              <a:gd name="connsiteX3" fmla="*/ 6757433 w 9171449"/>
              <a:gd name="connsiteY3" fmla="*/ 745476 h 909876"/>
              <a:gd name="connsiteX4" fmla="*/ 9162305 w 9171449"/>
              <a:gd name="connsiteY4" fmla="*/ 535164 h 909876"/>
              <a:gd name="connsiteX5" fmla="*/ 9171449 w 9171449"/>
              <a:gd name="connsiteY5" fmla="*/ 190740 h 909876"/>
              <a:gd name="connsiteX6" fmla="*/ 17 w 9171449"/>
              <a:gd name="connsiteY6" fmla="*/ 0 h 909876"/>
              <a:gd name="connsiteX0" fmla="*/ 17 w 9180593"/>
              <a:gd name="connsiteY0" fmla="*/ 13476 h 923352"/>
              <a:gd name="connsiteX1" fmla="*/ 18253 w 9180593"/>
              <a:gd name="connsiteY1" fmla="*/ 923352 h 923352"/>
              <a:gd name="connsiteX2" fmla="*/ 2999249 w 9180593"/>
              <a:gd name="connsiteY2" fmla="*/ 402336 h 923352"/>
              <a:gd name="connsiteX3" fmla="*/ 6757433 w 9180593"/>
              <a:gd name="connsiteY3" fmla="*/ 758952 h 923352"/>
              <a:gd name="connsiteX4" fmla="*/ 9162305 w 9180593"/>
              <a:gd name="connsiteY4" fmla="*/ 548640 h 923352"/>
              <a:gd name="connsiteX5" fmla="*/ 9180593 w 9180593"/>
              <a:gd name="connsiteY5" fmla="*/ 0 h 923352"/>
              <a:gd name="connsiteX6" fmla="*/ 17 w 9180593"/>
              <a:gd name="connsiteY6" fmla="*/ 13476 h 923352"/>
              <a:gd name="connsiteX0" fmla="*/ 17 w 9189737"/>
              <a:gd name="connsiteY0" fmla="*/ 0 h 909876"/>
              <a:gd name="connsiteX1" fmla="*/ 18253 w 9189737"/>
              <a:gd name="connsiteY1" fmla="*/ 909876 h 909876"/>
              <a:gd name="connsiteX2" fmla="*/ 2999249 w 9189737"/>
              <a:gd name="connsiteY2" fmla="*/ 388860 h 909876"/>
              <a:gd name="connsiteX3" fmla="*/ 6757433 w 9189737"/>
              <a:gd name="connsiteY3" fmla="*/ 745476 h 909876"/>
              <a:gd name="connsiteX4" fmla="*/ 9162305 w 9189737"/>
              <a:gd name="connsiteY4" fmla="*/ 535164 h 909876"/>
              <a:gd name="connsiteX5" fmla="*/ 9189737 w 9189737"/>
              <a:gd name="connsiteY5" fmla="*/ 10908 h 909876"/>
              <a:gd name="connsiteX6" fmla="*/ 17 w 9189737"/>
              <a:gd name="connsiteY6" fmla="*/ 0 h 909876"/>
              <a:gd name="connsiteX0" fmla="*/ 0 w 9189720"/>
              <a:gd name="connsiteY0" fmla="*/ 0 h 909876"/>
              <a:gd name="connsiteX1" fmla="*/ 18236 w 9189720"/>
              <a:gd name="connsiteY1" fmla="*/ 909876 h 909876"/>
              <a:gd name="connsiteX2" fmla="*/ 2999232 w 9189720"/>
              <a:gd name="connsiteY2" fmla="*/ 388860 h 909876"/>
              <a:gd name="connsiteX3" fmla="*/ 6757416 w 9189720"/>
              <a:gd name="connsiteY3" fmla="*/ 745476 h 909876"/>
              <a:gd name="connsiteX4" fmla="*/ 9162288 w 9189720"/>
              <a:gd name="connsiteY4" fmla="*/ 535164 h 909876"/>
              <a:gd name="connsiteX5" fmla="*/ 9189720 w 9189720"/>
              <a:gd name="connsiteY5" fmla="*/ 10908 h 909876"/>
              <a:gd name="connsiteX6" fmla="*/ 0 w 9189720"/>
              <a:gd name="connsiteY6" fmla="*/ 0 h 909876"/>
              <a:gd name="connsiteX0" fmla="*/ 0 w 9162288"/>
              <a:gd name="connsiteY0" fmla="*/ 1971 h 911847"/>
              <a:gd name="connsiteX1" fmla="*/ 18236 w 9162288"/>
              <a:gd name="connsiteY1" fmla="*/ 911847 h 911847"/>
              <a:gd name="connsiteX2" fmla="*/ 2999232 w 9162288"/>
              <a:gd name="connsiteY2" fmla="*/ 390831 h 911847"/>
              <a:gd name="connsiteX3" fmla="*/ 6757416 w 9162288"/>
              <a:gd name="connsiteY3" fmla="*/ 747447 h 911847"/>
              <a:gd name="connsiteX4" fmla="*/ 9162288 w 9162288"/>
              <a:gd name="connsiteY4" fmla="*/ 537135 h 911847"/>
              <a:gd name="connsiteX5" fmla="*/ 9161386 w 9162288"/>
              <a:gd name="connsiteY5" fmla="*/ 0 h 911847"/>
              <a:gd name="connsiteX6" fmla="*/ 0 w 9162288"/>
              <a:gd name="connsiteY6" fmla="*/ 1971 h 911847"/>
              <a:gd name="connsiteX0" fmla="*/ 20401 w 9144052"/>
              <a:gd name="connsiteY0" fmla="*/ 32880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0401 w 9144052"/>
              <a:gd name="connsiteY6" fmla="*/ 32880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371 w 9144052"/>
              <a:gd name="connsiteY6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371 w 9144052"/>
              <a:gd name="connsiteY6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9144052 w 9144052"/>
              <a:gd name="connsiteY3" fmla="*/ 537135 h 911847"/>
              <a:gd name="connsiteX4" fmla="*/ 9143150 w 9144052"/>
              <a:gd name="connsiteY4" fmla="*/ 0 h 911847"/>
              <a:gd name="connsiteX5" fmla="*/ 2371 w 9144052"/>
              <a:gd name="connsiteY5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3361996 w 9144052"/>
              <a:gd name="connsiteY2" fmla="*/ 390831 h 911847"/>
              <a:gd name="connsiteX3" fmla="*/ 9144052 w 9144052"/>
              <a:gd name="connsiteY3" fmla="*/ 537135 h 911847"/>
              <a:gd name="connsiteX4" fmla="*/ 9143150 w 9144052"/>
              <a:gd name="connsiteY4" fmla="*/ 0 h 911847"/>
              <a:gd name="connsiteX5" fmla="*/ 2371 w 9144052"/>
              <a:gd name="connsiteY5" fmla="*/ 1971 h 911847"/>
              <a:gd name="connsiteX0" fmla="*/ 2371 w 9144052"/>
              <a:gd name="connsiteY0" fmla="*/ 1971 h 1193400"/>
              <a:gd name="connsiteX1" fmla="*/ 0 w 9144052"/>
              <a:gd name="connsiteY1" fmla="*/ 911847 h 1193400"/>
              <a:gd name="connsiteX2" fmla="*/ 3361996 w 9144052"/>
              <a:gd name="connsiteY2" fmla="*/ 390831 h 1193400"/>
              <a:gd name="connsiteX3" fmla="*/ 9144052 w 9144052"/>
              <a:gd name="connsiteY3" fmla="*/ 537135 h 1193400"/>
              <a:gd name="connsiteX4" fmla="*/ 9143150 w 9144052"/>
              <a:gd name="connsiteY4" fmla="*/ 0 h 1193400"/>
              <a:gd name="connsiteX5" fmla="*/ 2371 w 9144052"/>
              <a:gd name="connsiteY5" fmla="*/ 1971 h 1193400"/>
              <a:gd name="connsiteX0" fmla="*/ 2371 w 9144052"/>
              <a:gd name="connsiteY0" fmla="*/ 1971 h 1125725"/>
              <a:gd name="connsiteX1" fmla="*/ 0 w 9144052"/>
              <a:gd name="connsiteY1" fmla="*/ 911847 h 1125725"/>
              <a:gd name="connsiteX2" fmla="*/ 3361996 w 9144052"/>
              <a:gd name="connsiteY2" fmla="*/ 390831 h 1125725"/>
              <a:gd name="connsiteX3" fmla="*/ 9144052 w 9144052"/>
              <a:gd name="connsiteY3" fmla="*/ 537135 h 1125725"/>
              <a:gd name="connsiteX4" fmla="*/ 9143150 w 9144052"/>
              <a:gd name="connsiteY4" fmla="*/ 0 h 1125725"/>
              <a:gd name="connsiteX5" fmla="*/ 2371 w 9144052"/>
              <a:gd name="connsiteY5" fmla="*/ 1971 h 1125725"/>
              <a:gd name="connsiteX0" fmla="*/ 2371 w 9144052"/>
              <a:gd name="connsiteY0" fmla="*/ 1971 h 1244834"/>
              <a:gd name="connsiteX1" fmla="*/ 0 w 9144052"/>
              <a:gd name="connsiteY1" fmla="*/ 911847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863120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343523 w 9144052"/>
              <a:gd name="connsiteY2" fmla="*/ 315034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114923 w 9144052"/>
              <a:gd name="connsiteY2" fmla="*/ 315034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52" h="1282732">
                <a:moveTo>
                  <a:pt x="2371" y="1971"/>
                </a:moveTo>
                <a:cubicBezTo>
                  <a:pt x="1581" y="305263"/>
                  <a:pt x="790" y="446133"/>
                  <a:pt x="0" y="749425"/>
                </a:cubicBezTo>
                <a:cubicBezTo>
                  <a:pt x="414528" y="587881"/>
                  <a:pt x="1394642" y="355830"/>
                  <a:pt x="3114923" y="315034"/>
                </a:cubicBezTo>
                <a:cubicBezTo>
                  <a:pt x="4835204" y="274238"/>
                  <a:pt x="7500499" y="1282732"/>
                  <a:pt x="9144052" y="537135"/>
                </a:cubicBezTo>
                <a:cubicBezTo>
                  <a:pt x="9143751" y="358090"/>
                  <a:pt x="9143451" y="179045"/>
                  <a:pt x="9143150" y="0"/>
                </a:cubicBezTo>
                <a:lnTo>
                  <a:pt x="2371" y="19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10765536" y="384048"/>
            <a:ext cx="1011936" cy="7589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9997440" y="429768"/>
            <a:ext cx="512064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280416" y="210312"/>
            <a:ext cx="1109472" cy="832104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609600" y="649224"/>
            <a:ext cx="10972800" cy="99669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828800"/>
            <a:ext cx="10972800" cy="452628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84679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 bwMode="gray">
          <a:xfrm flipV="1">
            <a:off x="0" y="5590646"/>
            <a:ext cx="12200827" cy="1281822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80996 w 9153196"/>
              <a:gd name="connsiteY2" fmla="*/ 96012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6108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610884 h 18621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2999284 w 9153196"/>
              <a:gd name="connsiteY2" fmla="*/ 441960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9144052 w 9153196"/>
              <a:gd name="connsiteY3" fmla="*/ 877824 h 1252536"/>
              <a:gd name="connsiteX4" fmla="*/ 9153196 w 9153196"/>
              <a:gd name="connsiteY4" fmla="*/ 0 h 1252536"/>
              <a:gd name="connsiteX5" fmla="*/ 52 w 9153196"/>
              <a:gd name="connsiteY5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9144052 w 9153196"/>
              <a:gd name="connsiteY3" fmla="*/ 877824 h 1252536"/>
              <a:gd name="connsiteX4" fmla="*/ 9153196 w 9153196"/>
              <a:gd name="connsiteY4" fmla="*/ 0 h 1252536"/>
              <a:gd name="connsiteX5" fmla="*/ 52 w 9153196"/>
              <a:gd name="connsiteY5" fmla="*/ 1284 h 1252536"/>
              <a:gd name="connsiteX0" fmla="*/ 52 w 9153196"/>
              <a:gd name="connsiteY0" fmla="*/ 1284 h 1279374"/>
              <a:gd name="connsiteX1" fmla="*/ 0 w 9153196"/>
              <a:gd name="connsiteY1" fmla="*/ 1252536 h 1279374"/>
              <a:gd name="connsiteX2" fmla="*/ 3620429 w 9153196"/>
              <a:gd name="connsiteY2" fmla="*/ 483524 h 1279374"/>
              <a:gd name="connsiteX3" fmla="*/ 9144052 w 9153196"/>
              <a:gd name="connsiteY3" fmla="*/ 877824 h 1279374"/>
              <a:gd name="connsiteX4" fmla="*/ 9153196 w 9153196"/>
              <a:gd name="connsiteY4" fmla="*/ 0 h 1279374"/>
              <a:gd name="connsiteX5" fmla="*/ 52 w 9153196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0429 w 9150620"/>
              <a:gd name="connsiteY2" fmla="*/ 48352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41211 w 9150620"/>
              <a:gd name="connsiteY2" fmla="*/ 459690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41211 w 9150620"/>
              <a:gd name="connsiteY2" fmla="*/ 459690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52536"/>
              <a:gd name="connsiteX1" fmla="*/ 0 w 9150620"/>
              <a:gd name="connsiteY1" fmla="*/ 1252536 h 1252536"/>
              <a:gd name="connsiteX2" fmla="*/ 3622738 w 9150620"/>
              <a:gd name="connsiteY2" fmla="*/ 425264 h 1252536"/>
              <a:gd name="connsiteX3" fmla="*/ 9144052 w 9150620"/>
              <a:gd name="connsiteY3" fmla="*/ 877824 h 1252536"/>
              <a:gd name="connsiteX4" fmla="*/ 9150620 w 9150620"/>
              <a:gd name="connsiteY4" fmla="*/ 0 h 1252536"/>
              <a:gd name="connsiteX5" fmla="*/ 52 w 9150620"/>
              <a:gd name="connsiteY5" fmla="*/ 1284 h 1252536"/>
              <a:gd name="connsiteX0" fmla="*/ 52 w 9150620"/>
              <a:gd name="connsiteY0" fmla="*/ 1284 h 1252536"/>
              <a:gd name="connsiteX1" fmla="*/ 0 w 9150620"/>
              <a:gd name="connsiteY1" fmla="*/ 1252536 h 1252536"/>
              <a:gd name="connsiteX2" fmla="*/ 3622738 w 9150620"/>
              <a:gd name="connsiteY2" fmla="*/ 425264 h 1252536"/>
              <a:gd name="connsiteX3" fmla="*/ 9144052 w 9150620"/>
              <a:gd name="connsiteY3" fmla="*/ 877824 h 1252536"/>
              <a:gd name="connsiteX4" fmla="*/ 9150620 w 9150620"/>
              <a:gd name="connsiteY4" fmla="*/ 0 h 1252536"/>
              <a:gd name="connsiteX5" fmla="*/ 52 w 9150620"/>
              <a:gd name="connsiteY5" fmla="*/ 1284 h 1252536"/>
              <a:gd name="connsiteX0" fmla="*/ 52 w 9150620"/>
              <a:gd name="connsiteY0" fmla="*/ 1284 h 1340282"/>
              <a:gd name="connsiteX1" fmla="*/ 0 w 9150620"/>
              <a:gd name="connsiteY1" fmla="*/ 1252536 h 1340282"/>
              <a:gd name="connsiteX2" fmla="*/ 3622738 w 9150620"/>
              <a:gd name="connsiteY2" fmla="*/ 425264 h 1340282"/>
              <a:gd name="connsiteX3" fmla="*/ 9144052 w 9150620"/>
              <a:gd name="connsiteY3" fmla="*/ 877824 h 1340282"/>
              <a:gd name="connsiteX4" fmla="*/ 9150620 w 9150620"/>
              <a:gd name="connsiteY4" fmla="*/ 0 h 1340282"/>
              <a:gd name="connsiteX5" fmla="*/ 52 w 9150620"/>
              <a:gd name="connsiteY5" fmla="*/ 1284 h 1340282"/>
              <a:gd name="connsiteX0" fmla="*/ 52 w 9150620"/>
              <a:gd name="connsiteY0" fmla="*/ 1284 h 1470041"/>
              <a:gd name="connsiteX1" fmla="*/ 0 w 9150620"/>
              <a:gd name="connsiteY1" fmla="*/ 1252536 h 1470041"/>
              <a:gd name="connsiteX2" fmla="*/ 3622738 w 9150620"/>
              <a:gd name="connsiteY2" fmla="*/ 425264 h 1470041"/>
              <a:gd name="connsiteX3" fmla="*/ 9144052 w 9150620"/>
              <a:gd name="connsiteY3" fmla="*/ 877824 h 1470041"/>
              <a:gd name="connsiteX4" fmla="*/ 9150620 w 9150620"/>
              <a:gd name="connsiteY4" fmla="*/ 0 h 1470041"/>
              <a:gd name="connsiteX5" fmla="*/ 52 w 9150620"/>
              <a:gd name="connsiteY5" fmla="*/ 1284 h 1470041"/>
              <a:gd name="connsiteX0" fmla="*/ 52 w 9150620"/>
              <a:gd name="connsiteY0" fmla="*/ 1284 h 1470041"/>
              <a:gd name="connsiteX1" fmla="*/ 0 w 9150620"/>
              <a:gd name="connsiteY1" fmla="*/ 1252536 h 1470041"/>
              <a:gd name="connsiteX2" fmla="*/ 3622738 w 9150620"/>
              <a:gd name="connsiteY2" fmla="*/ 425264 h 1470041"/>
              <a:gd name="connsiteX3" fmla="*/ 9144052 w 9150620"/>
              <a:gd name="connsiteY3" fmla="*/ 877824 h 1470041"/>
              <a:gd name="connsiteX4" fmla="*/ 9150620 w 9150620"/>
              <a:gd name="connsiteY4" fmla="*/ 0 h 1470041"/>
              <a:gd name="connsiteX5" fmla="*/ 52 w 9150620"/>
              <a:gd name="connsiteY5" fmla="*/ 1284 h 1470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50620" h="1470041">
                <a:moveTo>
                  <a:pt x="52" y="1284"/>
                </a:moveTo>
                <a:cubicBezTo>
                  <a:pt x="35" y="491948"/>
                  <a:pt x="17" y="761872"/>
                  <a:pt x="0" y="1252536"/>
                </a:cubicBezTo>
                <a:cubicBezTo>
                  <a:pt x="304800" y="1097088"/>
                  <a:pt x="1803165" y="328826"/>
                  <a:pt x="3622738" y="425264"/>
                </a:cubicBezTo>
                <a:cubicBezTo>
                  <a:pt x="5442311" y="521702"/>
                  <a:pt x="6970396" y="1470041"/>
                  <a:pt x="9144052" y="877824"/>
                </a:cubicBezTo>
                <a:cubicBezTo>
                  <a:pt x="9146241" y="585216"/>
                  <a:pt x="9148431" y="292608"/>
                  <a:pt x="9150620" y="0"/>
                </a:cubicBezTo>
                <a:lnTo>
                  <a:pt x="52" y="1284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Freeform 8"/>
          <p:cNvSpPr/>
          <p:nvPr/>
        </p:nvSpPr>
        <p:spPr bwMode="invGray">
          <a:xfrm flipV="1">
            <a:off x="-69" y="5780271"/>
            <a:ext cx="12192069" cy="1094171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763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763284 h 1481136"/>
              <a:gd name="connsiteX0" fmla="*/ 52 w 9153196"/>
              <a:gd name="connsiteY0" fmla="*/ 1284 h 719136"/>
              <a:gd name="connsiteX1" fmla="*/ 0 w 9153196"/>
              <a:gd name="connsiteY1" fmla="*/ 719136 h 719136"/>
              <a:gd name="connsiteX2" fmla="*/ 2980996 w 9153196"/>
              <a:gd name="connsiteY2" fmla="*/ 198120 h 719136"/>
              <a:gd name="connsiteX3" fmla="*/ 6739180 w 9153196"/>
              <a:gd name="connsiteY3" fmla="*/ 554736 h 719136"/>
              <a:gd name="connsiteX4" fmla="*/ 9144052 w 9153196"/>
              <a:gd name="connsiteY4" fmla="*/ 344424 h 719136"/>
              <a:gd name="connsiteX5" fmla="*/ 9153196 w 9153196"/>
              <a:gd name="connsiteY5" fmla="*/ 0 h 719136"/>
              <a:gd name="connsiteX6" fmla="*/ 52 w 9153196"/>
              <a:gd name="connsiteY6" fmla="*/ 1284 h 719136"/>
              <a:gd name="connsiteX0" fmla="*/ 17 w 9162305"/>
              <a:gd name="connsiteY0" fmla="*/ 0 h 775764"/>
              <a:gd name="connsiteX1" fmla="*/ 9109 w 9162305"/>
              <a:gd name="connsiteY1" fmla="*/ 775764 h 775764"/>
              <a:gd name="connsiteX2" fmla="*/ 2990105 w 9162305"/>
              <a:gd name="connsiteY2" fmla="*/ 254748 h 775764"/>
              <a:gd name="connsiteX3" fmla="*/ 6748289 w 9162305"/>
              <a:gd name="connsiteY3" fmla="*/ 611364 h 775764"/>
              <a:gd name="connsiteX4" fmla="*/ 9153161 w 9162305"/>
              <a:gd name="connsiteY4" fmla="*/ 401052 h 775764"/>
              <a:gd name="connsiteX5" fmla="*/ 9162305 w 9162305"/>
              <a:gd name="connsiteY5" fmla="*/ 56628 h 775764"/>
              <a:gd name="connsiteX6" fmla="*/ 17 w 9162305"/>
              <a:gd name="connsiteY6" fmla="*/ 0 h 775764"/>
              <a:gd name="connsiteX0" fmla="*/ 17 w 9162305"/>
              <a:gd name="connsiteY0" fmla="*/ 0 h 821484"/>
              <a:gd name="connsiteX1" fmla="*/ 9109 w 9162305"/>
              <a:gd name="connsiteY1" fmla="*/ 821484 h 821484"/>
              <a:gd name="connsiteX2" fmla="*/ 2990105 w 9162305"/>
              <a:gd name="connsiteY2" fmla="*/ 300468 h 821484"/>
              <a:gd name="connsiteX3" fmla="*/ 6748289 w 9162305"/>
              <a:gd name="connsiteY3" fmla="*/ 657084 h 821484"/>
              <a:gd name="connsiteX4" fmla="*/ 9153161 w 9162305"/>
              <a:gd name="connsiteY4" fmla="*/ 446772 h 821484"/>
              <a:gd name="connsiteX5" fmla="*/ 9162305 w 9162305"/>
              <a:gd name="connsiteY5" fmla="*/ 102348 h 821484"/>
              <a:gd name="connsiteX6" fmla="*/ 17 w 9162305"/>
              <a:gd name="connsiteY6" fmla="*/ 0 h 821484"/>
              <a:gd name="connsiteX0" fmla="*/ 17 w 9162305"/>
              <a:gd name="connsiteY0" fmla="*/ 0 h 848916"/>
              <a:gd name="connsiteX1" fmla="*/ 9109 w 9162305"/>
              <a:gd name="connsiteY1" fmla="*/ 848916 h 848916"/>
              <a:gd name="connsiteX2" fmla="*/ 2990105 w 9162305"/>
              <a:gd name="connsiteY2" fmla="*/ 327900 h 848916"/>
              <a:gd name="connsiteX3" fmla="*/ 6748289 w 9162305"/>
              <a:gd name="connsiteY3" fmla="*/ 684516 h 848916"/>
              <a:gd name="connsiteX4" fmla="*/ 9153161 w 9162305"/>
              <a:gd name="connsiteY4" fmla="*/ 474204 h 848916"/>
              <a:gd name="connsiteX5" fmla="*/ 9162305 w 9162305"/>
              <a:gd name="connsiteY5" fmla="*/ 129780 h 848916"/>
              <a:gd name="connsiteX6" fmla="*/ 17 w 9162305"/>
              <a:gd name="connsiteY6" fmla="*/ 0 h 848916"/>
              <a:gd name="connsiteX0" fmla="*/ 17 w 9171449"/>
              <a:gd name="connsiteY0" fmla="*/ 0 h 864156"/>
              <a:gd name="connsiteX1" fmla="*/ 18253 w 9171449"/>
              <a:gd name="connsiteY1" fmla="*/ 864156 h 864156"/>
              <a:gd name="connsiteX2" fmla="*/ 2999249 w 9171449"/>
              <a:gd name="connsiteY2" fmla="*/ 343140 h 864156"/>
              <a:gd name="connsiteX3" fmla="*/ 6757433 w 9171449"/>
              <a:gd name="connsiteY3" fmla="*/ 699756 h 864156"/>
              <a:gd name="connsiteX4" fmla="*/ 9162305 w 9171449"/>
              <a:gd name="connsiteY4" fmla="*/ 489444 h 864156"/>
              <a:gd name="connsiteX5" fmla="*/ 9171449 w 9171449"/>
              <a:gd name="connsiteY5" fmla="*/ 145020 h 864156"/>
              <a:gd name="connsiteX6" fmla="*/ 17 w 9171449"/>
              <a:gd name="connsiteY6" fmla="*/ 0 h 864156"/>
              <a:gd name="connsiteX0" fmla="*/ 17 w 9189737"/>
              <a:gd name="connsiteY0" fmla="*/ 0 h 952548"/>
              <a:gd name="connsiteX1" fmla="*/ 36541 w 9189737"/>
              <a:gd name="connsiteY1" fmla="*/ 952548 h 952548"/>
              <a:gd name="connsiteX2" fmla="*/ 3017537 w 9189737"/>
              <a:gd name="connsiteY2" fmla="*/ 431532 h 952548"/>
              <a:gd name="connsiteX3" fmla="*/ 6775721 w 9189737"/>
              <a:gd name="connsiteY3" fmla="*/ 788148 h 952548"/>
              <a:gd name="connsiteX4" fmla="*/ 9180593 w 9189737"/>
              <a:gd name="connsiteY4" fmla="*/ 577836 h 952548"/>
              <a:gd name="connsiteX5" fmla="*/ 9189737 w 9189737"/>
              <a:gd name="connsiteY5" fmla="*/ 233412 h 952548"/>
              <a:gd name="connsiteX6" fmla="*/ 17 w 9189737"/>
              <a:gd name="connsiteY6" fmla="*/ 0 h 952548"/>
              <a:gd name="connsiteX0" fmla="*/ 17 w 9171449"/>
              <a:gd name="connsiteY0" fmla="*/ 0 h 909876"/>
              <a:gd name="connsiteX1" fmla="*/ 18253 w 9171449"/>
              <a:gd name="connsiteY1" fmla="*/ 909876 h 909876"/>
              <a:gd name="connsiteX2" fmla="*/ 2999249 w 9171449"/>
              <a:gd name="connsiteY2" fmla="*/ 388860 h 909876"/>
              <a:gd name="connsiteX3" fmla="*/ 6757433 w 9171449"/>
              <a:gd name="connsiteY3" fmla="*/ 745476 h 909876"/>
              <a:gd name="connsiteX4" fmla="*/ 9162305 w 9171449"/>
              <a:gd name="connsiteY4" fmla="*/ 535164 h 909876"/>
              <a:gd name="connsiteX5" fmla="*/ 9171449 w 9171449"/>
              <a:gd name="connsiteY5" fmla="*/ 190740 h 909876"/>
              <a:gd name="connsiteX6" fmla="*/ 17 w 9171449"/>
              <a:gd name="connsiteY6" fmla="*/ 0 h 909876"/>
              <a:gd name="connsiteX0" fmla="*/ 17 w 9180593"/>
              <a:gd name="connsiteY0" fmla="*/ 13476 h 923352"/>
              <a:gd name="connsiteX1" fmla="*/ 18253 w 9180593"/>
              <a:gd name="connsiteY1" fmla="*/ 923352 h 923352"/>
              <a:gd name="connsiteX2" fmla="*/ 2999249 w 9180593"/>
              <a:gd name="connsiteY2" fmla="*/ 402336 h 923352"/>
              <a:gd name="connsiteX3" fmla="*/ 6757433 w 9180593"/>
              <a:gd name="connsiteY3" fmla="*/ 758952 h 923352"/>
              <a:gd name="connsiteX4" fmla="*/ 9162305 w 9180593"/>
              <a:gd name="connsiteY4" fmla="*/ 548640 h 923352"/>
              <a:gd name="connsiteX5" fmla="*/ 9180593 w 9180593"/>
              <a:gd name="connsiteY5" fmla="*/ 0 h 923352"/>
              <a:gd name="connsiteX6" fmla="*/ 17 w 9180593"/>
              <a:gd name="connsiteY6" fmla="*/ 13476 h 923352"/>
              <a:gd name="connsiteX0" fmla="*/ 17 w 9189737"/>
              <a:gd name="connsiteY0" fmla="*/ 0 h 909876"/>
              <a:gd name="connsiteX1" fmla="*/ 18253 w 9189737"/>
              <a:gd name="connsiteY1" fmla="*/ 909876 h 909876"/>
              <a:gd name="connsiteX2" fmla="*/ 2999249 w 9189737"/>
              <a:gd name="connsiteY2" fmla="*/ 388860 h 909876"/>
              <a:gd name="connsiteX3" fmla="*/ 6757433 w 9189737"/>
              <a:gd name="connsiteY3" fmla="*/ 745476 h 909876"/>
              <a:gd name="connsiteX4" fmla="*/ 9162305 w 9189737"/>
              <a:gd name="connsiteY4" fmla="*/ 535164 h 909876"/>
              <a:gd name="connsiteX5" fmla="*/ 9189737 w 9189737"/>
              <a:gd name="connsiteY5" fmla="*/ 10908 h 909876"/>
              <a:gd name="connsiteX6" fmla="*/ 17 w 9189737"/>
              <a:gd name="connsiteY6" fmla="*/ 0 h 909876"/>
              <a:gd name="connsiteX0" fmla="*/ 0 w 9189720"/>
              <a:gd name="connsiteY0" fmla="*/ 0 h 909876"/>
              <a:gd name="connsiteX1" fmla="*/ 18236 w 9189720"/>
              <a:gd name="connsiteY1" fmla="*/ 909876 h 909876"/>
              <a:gd name="connsiteX2" fmla="*/ 2999232 w 9189720"/>
              <a:gd name="connsiteY2" fmla="*/ 388860 h 909876"/>
              <a:gd name="connsiteX3" fmla="*/ 6757416 w 9189720"/>
              <a:gd name="connsiteY3" fmla="*/ 745476 h 909876"/>
              <a:gd name="connsiteX4" fmla="*/ 9162288 w 9189720"/>
              <a:gd name="connsiteY4" fmla="*/ 535164 h 909876"/>
              <a:gd name="connsiteX5" fmla="*/ 9189720 w 9189720"/>
              <a:gd name="connsiteY5" fmla="*/ 10908 h 909876"/>
              <a:gd name="connsiteX6" fmla="*/ 0 w 9189720"/>
              <a:gd name="connsiteY6" fmla="*/ 0 h 909876"/>
              <a:gd name="connsiteX0" fmla="*/ 0 w 9162288"/>
              <a:gd name="connsiteY0" fmla="*/ 1971 h 911847"/>
              <a:gd name="connsiteX1" fmla="*/ 18236 w 9162288"/>
              <a:gd name="connsiteY1" fmla="*/ 911847 h 911847"/>
              <a:gd name="connsiteX2" fmla="*/ 2999232 w 9162288"/>
              <a:gd name="connsiteY2" fmla="*/ 390831 h 911847"/>
              <a:gd name="connsiteX3" fmla="*/ 6757416 w 9162288"/>
              <a:gd name="connsiteY3" fmla="*/ 747447 h 911847"/>
              <a:gd name="connsiteX4" fmla="*/ 9162288 w 9162288"/>
              <a:gd name="connsiteY4" fmla="*/ 537135 h 911847"/>
              <a:gd name="connsiteX5" fmla="*/ 9161386 w 9162288"/>
              <a:gd name="connsiteY5" fmla="*/ 0 h 911847"/>
              <a:gd name="connsiteX6" fmla="*/ 0 w 9162288"/>
              <a:gd name="connsiteY6" fmla="*/ 1971 h 911847"/>
              <a:gd name="connsiteX0" fmla="*/ 20401 w 9144052"/>
              <a:gd name="connsiteY0" fmla="*/ 32880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0401 w 9144052"/>
              <a:gd name="connsiteY6" fmla="*/ 32880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371 w 9144052"/>
              <a:gd name="connsiteY6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371 w 9144052"/>
              <a:gd name="connsiteY6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9144052 w 9144052"/>
              <a:gd name="connsiteY3" fmla="*/ 537135 h 911847"/>
              <a:gd name="connsiteX4" fmla="*/ 9143150 w 9144052"/>
              <a:gd name="connsiteY4" fmla="*/ 0 h 911847"/>
              <a:gd name="connsiteX5" fmla="*/ 2371 w 9144052"/>
              <a:gd name="connsiteY5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3361996 w 9144052"/>
              <a:gd name="connsiteY2" fmla="*/ 390831 h 911847"/>
              <a:gd name="connsiteX3" fmla="*/ 9144052 w 9144052"/>
              <a:gd name="connsiteY3" fmla="*/ 537135 h 911847"/>
              <a:gd name="connsiteX4" fmla="*/ 9143150 w 9144052"/>
              <a:gd name="connsiteY4" fmla="*/ 0 h 911847"/>
              <a:gd name="connsiteX5" fmla="*/ 2371 w 9144052"/>
              <a:gd name="connsiteY5" fmla="*/ 1971 h 911847"/>
              <a:gd name="connsiteX0" fmla="*/ 2371 w 9144052"/>
              <a:gd name="connsiteY0" fmla="*/ 1971 h 1193400"/>
              <a:gd name="connsiteX1" fmla="*/ 0 w 9144052"/>
              <a:gd name="connsiteY1" fmla="*/ 911847 h 1193400"/>
              <a:gd name="connsiteX2" fmla="*/ 3361996 w 9144052"/>
              <a:gd name="connsiteY2" fmla="*/ 390831 h 1193400"/>
              <a:gd name="connsiteX3" fmla="*/ 9144052 w 9144052"/>
              <a:gd name="connsiteY3" fmla="*/ 537135 h 1193400"/>
              <a:gd name="connsiteX4" fmla="*/ 9143150 w 9144052"/>
              <a:gd name="connsiteY4" fmla="*/ 0 h 1193400"/>
              <a:gd name="connsiteX5" fmla="*/ 2371 w 9144052"/>
              <a:gd name="connsiteY5" fmla="*/ 1971 h 1193400"/>
              <a:gd name="connsiteX0" fmla="*/ 2371 w 9144052"/>
              <a:gd name="connsiteY0" fmla="*/ 1971 h 1125725"/>
              <a:gd name="connsiteX1" fmla="*/ 0 w 9144052"/>
              <a:gd name="connsiteY1" fmla="*/ 911847 h 1125725"/>
              <a:gd name="connsiteX2" fmla="*/ 3361996 w 9144052"/>
              <a:gd name="connsiteY2" fmla="*/ 390831 h 1125725"/>
              <a:gd name="connsiteX3" fmla="*/ 9144052 w 9144052"/>
              <a:gd name="connsiteY3" fmla="*/ 537135 h 1125725"/>
              <a:gd name="connsiteX4" fmla="*/ 9143150 w 9144052"/>
              <a:gd name="connsiteY4" fmla="*/ 0 h 1125725"/>
              <a:gd name="connsiteX5" fmla="*/ 2371 w 9144052"/>
              <a:gd name="connsiteY5" fmla="*/ 1971 h 1125725"/>
              <a:gd name="connsiteX0" fmla="*/ 2371 w 9144052"/>
              <a:gd name="connsiteY0" fmla="*/ 1971 h 1244834"/>
              <a:gd name="connsiteX1" fmla="*/ 0 w 9144052"/>
              <a:gd name="connsiteY1" fmla="*/ 911847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863120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343523 w 9144052"/>
              <a:gd name="connsiteY2" fmla="*/ 315034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114923 w 9144052"/>
              <a:gd name="connsiteY2" fmla="*/ 315034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52" h="1282732">
                <a:moveTo>
                  <a:pt x="2371" y="1971"/>
                </a:moveTo>
                <a:cubicBezTo>
                  <a:pt x="1581" y="305263"/>
                  <a:pt x="790" y="446133"/>
                  <a:pt x="0" y="749425"/>
                </a:cubicBezTo>
                <a:cubicBezTo>
                  <a:pt x="414528" y="587881"/>
                  <a:pt x="1394642" y="355830"/>
                  <a:pt x="3114923" y="315034"/>
                </a:cubicBezTo>
                <a:cubicBezTo>
                  <a:pt x="4835204" y="274238"/>
                  <a:pt x="7500499" y="1282732"/>
                  <a:pt x="9144052" y="537135"/>
                </a:cubicBezTo>
                <a:cubicBezTo>
                  <a:pt x="9143751" y="358090"/>
                  <a:pt x="9143451" y="179045"/>
                  <a:pt x="9143150" y="0"/>
                </a:cubicBezTo>
                <a:lnTo>
                  <a:pt x="2371" y="19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10863072" y="5641848"/>
            <a:ext cx="1011936" cy="7589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1521440" y="5212080"/>
            <a:ext cx="512064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377952" y="5641848"/>
            <a:ext cx="1109472" cy="832104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54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black">
          <a:xfrm>
            <a:off x="9241536" y="274638"/>
            <a:ext cx="2340864" cy="5669280"/>
          </a:xfrm>
        </p:spPr>
        <p:txBody>
          <a:bodyPr vert="eaVert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436864" cy="56967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07944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9037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gray">
          <a:xfrm>
            <a:off x="0" y="0"/>
            <a:ext cx="12204261" cy="1862136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80996 w 9153196"/>
              <a:gd name="connsiteY2" fmla="*/ 96012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3196" h="1862136">
                <a:moveTo>
                  <a:pt x="52" y="1284"/>
                </a:moveTo>
                <a:cubicBezTo>
                  <a:pt x="35" y="491948"/>
                  <a:pt x="17" y="1371472"/>
                  <a:pt x="0" y="1862136"/>
                </a:cubicBezTo>
                <a:cubicBezTo>
                  <a:pt x="304800" y="1706688"/>
                  <a:pt x="1952287" y="1117060"/>
                  <a:pt x="2999284" y="1051560"/>
                </a:cubicBezTo>
                <a:cubicBezTo>
                  <a:pt x="4046281" y="986060"/>
                  <a:pt x="5541316" y="1353820"/>
                  <a:pt x="6281980" y="1469136"/>
                </a:cubicBezTo>
                <a:cubicBezTo>
                  <a:pt x="7022644" y="1584452"/>
                  <a:pt x="8247940" y="1834896"/>
                  <a:pt x="9144052" y="1487424"/>
                </a:cubicBezTo>
                <a:lnTo>
                  <a:pt x="9153196" y="0"/>
                </a:lnTo>
                <a:lnTo>
                  <a:pt x="52" y="1284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Freeform 7"/>
          <p:cNvSpPr/>
          <p:nvPr/>
        </p:nvSpPr>
        <p:spPr bwMode="invGray">
          <a:xfrm>
            <a:off x="-69" y="0"/>
            <a:ext cx="12204261" cy="1481136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3196" h="1481136">
                <a:moveTo>
                  <a:pt x="52" y="1284"/>
                </a:moveTo>
                <a:cubicBezTo>
                  <a:pt x="35" y="491948"/>
                  <a:pt x="17" y="990472"/>
                  <a:pt x="0" y="1481136"/>
                </a:cubicBezTo>
                <a:cubicBezTo>
                  <a:pt x="414528" y="1319592"/>
                  <a:pt x="1857799" y="987520"/>
                  <a:pt x="2980996" y="960120"/>
                </a:cubicBezTo>
                <a:cubicBezTo>
                  <a:pt x="4104193" y="932720"/>
                  <a:pt x="6019852" y="1271016"/>
                  <a:pt x="6739180" y="1316736"/>
                </a:cubicBezTo>
                <a:cubicBezTo>
                  <a:pt x="7458508" y="1362456"/>
                  <a:pt x="8247940" y="1453896"/>
                  <a:pt x="9144052" y="1106424"/>
                </a:cubicBezTo>
                <a:lnTo>
                  <a:pt x="9153196" y="0"/>
                </a:lnTo>
                <a:lnTo>
                  <a:pt x="52" y="1284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  <a:alpha val="69000"/>
                </a:schemeClr>
              </a:gs>
              <a:gs pos="100000">
                <a:schemeClr val="accent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609600" y="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537960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 bwMode="gray"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B814BB52-2963-474E-B6BD-0F82C02B9499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884564DB-087F-4018-9CAE-13DA6817FA05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5">
            <a:extLst>
              <a:ext uri="{FF2B5EF4-FFF2-40B4-BE49-F238E27FC236}">
                <a16:creationId xmlns:a16="http://schemas.microsoft.com/office/drawing/2014/main" id="{1AFA1B9B-5605-4B9D-B586-A90AC0336F24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F7F31060-81A0-410A-9CA7-CC3891FAD83A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분석시스템 개발</a:t>
            </a:r>
            <a:endParaRPr lang="en-US" sz="800" dirty="0"/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4CA4A1F8-202B-44A0-A31A-5DCA1011A0D7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476314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  <p:sldLayoutId id="2147483650" r:id="rId13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lang="en-US" sz="3600" b="1" kern="1200" smtClean="0">
          <a:solidFill>
            <a:schemeClr val="bg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5"/>
        </a:buClr>
        <a:buSzPct val="85000"/>
        <a:buFont typeface="Wingdings" pitchFamily="2" charset="2"/>
        <a:buChar char="¢"/>
        <a:defRPr lang="en-US" sz="32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4"/>
        </a:buClr>
        <a:buSzPct val="85000"/>
        <a:buFont typeface="Wingdings" pitchFamily="2" charset="2"/>
        <a:buChar char="¤"/>
        <a:defRPr lang="en-US" sz="28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3"/>
        </a:buClr>
        <a:buSzPct val="85000"/>
        <a:buFont typeface="Wingdings" pitchFamily="2" charset="2"/>
        <a:buChar char="¤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2"/>
        </a:buClr>
        <a:buSzPct val="85000"/>
        <a:buFont typeface="Wingdings" pitchFamily="2" charset="2"/>
        <a:buChar char="¤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6"/>
        </a:buClr>
        <a:buSzPct val="85000"/>
        <a:buFont typeface="Wingdings" pitchFamily="2" charset="2"/>
        <a:buChar char="¤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</a:t>
            </a:r>
            <a:r>
              <a:rPr lang="ko-KR" altLang="en-US" dirty="0" err="1"/>
              <a:t>태두혁</a:t>
            </a: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2026-08-11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	</a:t>
            </a:r>
            <a:r>
              <a:rPr lang="en-US" altLang="ko-KR" dirty="0" err="1"/>
              <a:t>TaeDoohyeok</a:t>
            </a:r>
            <a:endParaRPr lang="en-US" altLang="ko-KR"/>
          </a:p>
          <a:p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indent="0" algn="l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13_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빅데이터분석시스템개발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외 실행결과 또는 코드 및 관련 파일들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시스템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</a:rPr>
                <a:t>2001020906_24v3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>
            <a:extLst>
              <a:ext uri="{FF2B5EF4-FFF2-40B4-BE49-F238E27FC236}">
                <a16:creationId xmlns:a16="http://schemas.microsoft.com/office/drawing/2014/main" id="{EA0C9166-E974-4A55-8255-94EE9E8D1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모델링 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6F21203F-33CA-40E3-B7EF-C6781A48824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4959502" y="2267402"/>
            <a:ext cx="6307137" cy="4424362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8D7D35-18C2-49C5-A131-7666936BB764}"/>
              </a:ext>
            </a:extLst>
          </p:cNvPr>
          <p:cNvSpPr txBox="1"/>
          <p:nvPr/>
        </p:nvSpPr>
        <p:spPr>
          <a:xfrm>
            <a:off x="1929469" y="2248250"/>
            <a:ext cx="287323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-  </a:t>
            </a:r>
            <a:r>
              <a:rPr lang="ko-KR" altLang="en-US" sz="1500" dirty="0"/>
              <a:t>필요한 라이브러리 불러오기</a:t>
            </a:r>
            <a:endParaRPr lang="en-US" altLang="ko-KR" sz="1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D0BC46-54C4-4113-A286-997805091D78}"/>
              </a:ext>
            </a:extLst>
          </p:cNvPr>
          <p:cNvSpPr txBox="1"/>
          <p:nvPr/>
        </p:nvSpPr>
        <p:spPr>
          <a:xfrm>
            <a:off x="1929469" y="4546905"/>
            <a:ext cx="27767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500" dirty="0"/>
              <a:t>파일의 절대 경로 지정</a:t>
            </a:r>
            <a:endParaRPr lang="en-US" altLang="ko-KR" sz="15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9FC9B8-C2E2-41C6-8E64-8E3D08A06095}"/>
              </a:ext>
            </a:extLst>
          </p:cNvPr>
          <p:cNvSpPr txBox="1"/>
          <p:nvPr/>
        </p:nvSpPr>
        <p:spPr>
          <a:xfrm>
            <a:off x="1929469" y="5144536"/>
            <a:ext cx="275998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500" dirty="0"/>
              <a:t>파일을 저장할 위치 지정</a:t>
            </a:r>
            <a:endParaRPr lang="en-US" altLang="ko-KR" sz="1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67E9D1-9C2F-497F-97A5-69C7532473E6}"/>
              </a:ext>
            </a:extLst>
          </p:cNvPr>
          <p:cNvSpPr txBox="1"/>
          <p:nvPr/>
        </p:nvSpPr>
        <p:spPr>
          <a:xfrm>
            <a:off x="1929469" y="5590267"/>
            <a:ext cx="27767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500" dirty="0">
                <a:latin typeface="+mn-ea"/>
              </a:rPr>
              <a:t>FEATURES</a:t>
            </a:r>
            <a:r>
              <a:rPr lang="ko-KR" altLang="en-US" sz="1500" dirty="0"/>
              <a:t> 목록 나열</a:t>
            </a:r>
            <a:endParaRPr lang="en-US" altLang="ko-KR" sz="1500" dirty="0"/>
          </a:p>
          <a:p>
            <a:pPr marL="285750" indent="-285750">
              <a:buFontTx/>
              <a:buChar char="-"/>
            </a:pPr>
            <a:r>
              <a:rPr lang="en-US" altLang="ko-KR" sz="1500" dirty="0">
                <a:latin typeface="+mn-ea"/>
              </a:rPr>
              <a:t>TARGET</a:t>
            </a:r>
            <a:r>
              <a:rPr lang="en-US" altLang="ko-KR" sz="1500" dirty="0"/>
              <a:t> </a:t>
            </a:r>
            <a:r>
              <a:rPr lang="ko-KR" altLang="en-US" sz="1500" dirty="0"/>
              <a:t>지정</a:t>
            </a:r>
            <a:endParaRPr lang="en-US" altLang="ko-KR" sz="15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8E901A-F614-4B59-A4F4-C5C4A8045E02}"/>
              </a:ext>
            </a:extLst>
          </p:cNvPr>
          <p:cNvSpPr txBox="1"/>
          <p:nvPr/>
        </p:nvSpPr>
        <p:spPr>
          <a:xfrm>
            <a:off x="1929469" y="6266831"/>
            <a:ext cx="27767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500" dirty="0"/>
              <a:t>숫자형과 범주형 구분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1FD67CC-1C74-4FF5-BC2B-0F75881CD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653" y="537011"/>
            <a:ext cx="6076426" cy="57839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0121EA-862C-4255-B651-E28CF1B4845E}"/>
              </a:ext>
            </a:extLst>
          </p:cNvPr>
          <p:cNvSpPr txBox="1"/>
          <p:nvPr/>
        </p:nvSpPr>
        <p:spPr>
          <a:xfrm>
            <a:off x="1820413" y="535205"/>
            <a:ext cx="316824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- </a:t>
            </a:r>
            <a:r>
              <a:rPr lang="ko-KR" altLang="en-US" sz="1300" dirty="0"/>
              <a:t>숫자형 특성 처리 파이프라인</a:t>
            </a:r>
            <a:endParaRPr lang="en-US" altLang="ko-KR" sz="1300" dirty="0"/>
          </a:p>
          <a:p>
            <a:pPr lvl="1"/>
            <a:r>
              <a:rPr lang="en-US" altLang="ko-KR" sz="1300" dirty="0"/>
              <a:t>- </a:t>
            </a:r>
            <a:r>
              <a:rPr lang="ko-KR" altLang="en-US" sz="1300" dirty="0" err="1"/>
              <a:t>결측치</a:t>
            </a:r>
            <a:r>
              <a:rPr lang="ko-KR" altLang="en-US" sz="1300" dirty="0"/>
              <a:t> </a:t>
            </a:r>
            <a:r>
              <a:rPr lang="en-US" altLang="ko-KR" sz="1300" dirty="0"/>
              <a:t>-&gt; </a:t>
            </a:r>
            <a:r>
              <a:rPr lang="ko-KR" altLang="en-US" sz="1300" dirty="0"/>
              <a:t>중앙값</a:t>
            </a:r>
            <a:endParaRPr lang="en-US" altLang="ko-KR" sz="1300" dirty="0"/>
          </a:p>
          <a:p>
            <a:pPr lvl="1"/>
            <a:r>
              <a:rPr lang="en-US" altLang="ko-KR" sz="1300" dirty="0"/>
              <a:t>- </a:t>
            </a:r>
            <a:r>
              <a:rPr lang="ko-KR" altLang="en-US" sz="1300" dirty="0"/>
              <a:t>표준화로 스케일링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3186A8-CD80-4BA5-9E8A-65691675FAF1}"/>
              </a:ext>
            </a:extLst>
          </p:cNvPr>
          <p:cNvSpPr txBox="1"/>
          <p:nvPr/>
        </p:nvSpPr>
        <p:spPr>
          <a:xfrm>
            <a:off x="1820411" y="2055303"/>
            <a:ext cx="316824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- </a:t>
            </a:r>
            <a:r>
              <a:rPr lang="ko-KR" altLang="en-US" sz="1300" dirty="0"/>
              <a:t>범주형 특성 처리 </a:t>
            </a:r>
            <a:r>
              <a:rPr lang="ko-KR" altLang="en-US" sz="1300" dirty="0" err="1"/>
              <a:t>파이프리인</a:t>
            </a:r>
            <a:r>
              <a:rPr lang="ko-KR" altLang="en-US" sz="1300" dirty="0"/>
              <a:t> </a:t>
            </a:r>
            <a:endParaRPr lang="en-US" altLang="ko-KR" sz="1300" dirty="0"/>
          </a:p>
          <a:p>
            <a:r>
              <a:rPr lang="en-US" altLang="ko-KR" sz="1300" dirty="0"/>
              <a:t>        - </a:t>
            </a:r>
            <a:r>
              <a:rPr lang="ko-KR" altLang="en-US" sz="1300" dirty="0" err="1"/>
              <a:t>결측치</a:t>
            </a:r>
            <a:r>
              <a:rPr lang="ko-KR" altLang="en-US" sz="1300" dirty="0"/>
              <a:t> </a:t>
            </a:r>
            <a:r>
              <a:rPr lang="en-US" altLang="ko-KR" sz="1300" dirty="0"/>
              <a:t>-&gt; </a:t>
            </a:r>
            <a:r>
              <a:rPr lang="ko-KR" altLang="en-US" sz="1300" dirty="0" err="1"/>
              <a:t>최빈값</a:t>
            </a:r>
            <a:endParaRPr lang="en-US" altLang="ko-KR" sz="1300" dirty="0"/>
          </a:p>
          <a:p>
            <a:r>
              <a:rPr lang="en-US" altLang="ko-KR" sz="1300" dirty="0"/>
              <a:t>        - </a:t>
            </a:r>
            <a:r>
              <a:rPr lang="ko-KR" altLang="en-US" sz="1300" dirty="0"/>
              <a:t>원</a:t>
            </a:r>
            <a:r>
              <a:rPr lang="en-US" altLang="ko-KR" sz="1300" dirty="0"/>
              <a:t>-</a:t>
            </a:r>
            <a:r>
              <a:rPr lang="ko-KR" altLang="en-US" sz="1300" dirty="0"/>
              <a:t>핫 인코딩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AAC6D4-BBD5-4344-8D6D-E6ADEF4C0E0C}"/>
              </a:ext>
            </a:extLst>
          </p:cNvPr>
          <p:cNvSpPr txBox="1"/>
          <p:nvPr/>
        </p:nvSpPr>
        <p:spPr>
          <a:xfrm>
            <a:off x="1820411" y="3070139"/>
            <a:ext cx="316824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- </a:t>
            </a:r>
            <a:r>
              <a:rPr lang="ko-KR" altLang="en-US" sz="1300" dirty="0" err="1"/>
              <a:t>컬럼별</a:t>
            </a:r>
            <a:r>
              <a:rPr lang="ko-KR" altLang="en-US" sz="1300" dirty="0"/>
              <a:t> 다른 </a:t>
            </a:r>
            <a:r>
              <a:rPr lang="ko-KR" altLang="en-US" sz="1300" dirty="0" err="1"/>
              <a:t>전처리</a:t>
            </a:r>
            <a:r>
              <a:rPr lang="ko-KR" altLang="en-US" sz="1300" dirty="0"/>
              <a:t> 동시 적용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E81975-F0EA-410B-ABD7-574C10886011}"/>
              </a:ext>
            </a:extLst>
          </p:cNvPr>
          <p:cNvSpPr txBox="1"/>
          <p:nvPr/>
        </p:nvSpPr>
        <p:spPr>
          <a:xfrm>
            <a:off x="1820411" y="4110201"/>
            <a:ext cx="316824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300" dirty="0">
                <a:latin typeface="+mn-ea"/>
              </a:rPr>
              <a:t>모델 구조 </a:t>
            </a:r>
            <a:r>
              <a:rPr lang="en-US" altLang="ko-KR" sz="1300" dirty="0">
                <a:latin typeface="+mn-ea"/>
              </a:rPr>
              <a:t>:</a:t>
            </a:r>
            <a:r>
              <a:rPr lang="ko-KR" altLang="en-US" sz="1300" dirty="0" err="1">
                <a:latin typeface="+mn-ea"/>
              </a:rPr>
              <a:t>랜덤포레스트</a:t>
            </a:r>
            <a:r>
              <a:rPr lang="en-US" altLang="ko-KR" sz="1300" dirty="0">
                <a:latin typeface="+mn-ea"/>
              </a:rPr>
              <a:t>(Tree = 300)</a:t>
            </a:r>
            <a:r>
              <a:rPr lang="ko-KR" altLang="en-US" sz="1300" dirty="0">
                <a:latin typeface="+mn-ea"/>
              </a:rPr>
              <a:t> </a:t>
            </a:r>
            <a:endParaRPr lang="en-US" altLang="ko-KR" sz="1300" dirty="0"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ko-KR" altLang="en-US" sz="1300" dirty="0">
                <a:latin typeface="+mn-ea"/>
              </a:rPr>
              <a:t>불균형 데이터 최적화</a:t>
            </a:r>
            <a:endParaRPr lang="en-US" altLang="ko-KR" sz="1300" dirty="0"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ko-KR" altLang="en-US" sz="1300" dirty="0" err="1">
                <a:latin typeface="+mn-ea"/>
              </a:rPr>
              <a:t>과접합</a:t>
            </a:r>
            <a:r>
              <a:rPr lang="ko-KR" altLang="en-US" sz="1300" dirty="0">
                <a:latin typeface="+mn-ea"/>
              </a:rPr>
              <a:t> 방지</a:t>
            </a:r>
            <a:r>
              <a:rPr lang="en-US" altLang="ko-KR" sz="1300" dirty="0">
                <a:latin typeface="+mn-ea"/>
              </a:rPr>
              <a:t>(</a:t>
            </a:r>
            <a:r>
              <a:rPr lang="ko-KR" altLang="en-US" sz="1300" dirty="0">
                <a:latin typeface="+mn-ea"/>
              </a:rPr>
              <a:t>최소 샘플 수 </a:t>
            </a:r>
            <a:r>
              <a:rPr lang="en-US" altLang="ko-KR" sz="1300" dirty="0">
                <a:latin typeface="+mn-ea"/>
              </a:rPr>
              <a:t>= 10)</a:t>
            </a:r>
          </a:p>
          <a:p>
            <a:pPr marL="285750" indent="-285750">
              <a:buFontTx/>
              <a:buChar char="-"/>
            </a:pPr>
            <a:r>
              <a:rPr lang="ko-KR" altLang="en-US" sz="1300" dirty="0">
                <a:latin typeface="+mn-ea"/>
              </a:rPr>
              <a:t>연산 모듈화 및 모니터링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5710F0-9D8F-4B55-A70A-733A3CFC0DF8}"/>
              </a:ext>
            </a:extLst>
          </p:cNvPr>
          <p:cNvSpPr txBox="1"/>
          <p:nvPr/>
        </p:nvSpPr>
        <p:spPr>
          <a:xfrm>
            <a:off x="1820411" y="5897461"/>
            <a:ext cx="316824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 err="1">
                <a:latin typeface="+mn-ea"/>
              </a:rPr>
              <a:t>전처리</a:t>
            </a:r>
            <a:r>
              <a:rPr lang="ko-KR" altLang="en-US" sz="1300" dirty="0">
                <a:latin typeface="+mn-ea"/>
              </a:rPr>
              <a:t> 및 모델 결합 파이프라인 반환</a:t>
            </a:r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D5D9ED-7AA6-48A0-8CC4-ED80E1C21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905" y="561575"/>
            <a:ext cx="6763694" cy="57348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DA8660-2941-42A4-BF3B-757873B504C6}"/>
              </a:ext>
            </a:extLst>
          </p:cNvPr>
          <p:cNvSpPr txBox="1"/>
          <p:nvPr/>
        </p:nvSpPr>
        <p:spPr>
          <a:xfrm>
            <a:off x="2562784" y="907211"/>
            <a:ext cx="262611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-</a:t>
            </a:r>
            <a:r>
              <a:rPr lang="ko-KR" altLang="en-US" sz="1300" dirty="0"/>
              <a:t> </a:t>
            </a:r>
            <a:r>
              <a:rPr lang="en-US" altLang="ko-KR" sz="1300" dirty="0"/>
              <a:t>csv</a:t>
            </a:r>
            <a:r>
              <a:rPr lang="ko-KR" altLang="en-US" sz="1300" dirty="0"/>
              <a:t>데이터 불러오기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FB5C9E-B37D-41A6-91F8-4801CA3094E7}"/>
              </a:ext>
            </a:extLst>
          </p:cNvPr>
          <p:cNvSpPr txBox="1"/>
          <p:nvPr/>
        </p:nvSpPr>
        <p:spPr>
          <a:xfrm>
            <a:off x="2562784" y="1892304"/>
            <a:ext cx="262611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300" dirty="0"/>
              <a:t>학습</a:t>
            </a:r>
            <a:r>
              <a:rPr lang="en-US" altLang="ko-KR" sz="1300" dirty="0"/>
              <a:t>/</a:t>
            </a:r>
            <a:r>
              <a:rPr lang="ko-KR" altLang="en-US" sz="1300" dirty="0"/>
              <a:t>평가 데이터 분리</a:t>
            </a:r>
            <a:endParaRPr lang="en-US" altLang="ko-KR" sz="1300" dirty="0"/>
          </a:p>
          <a:p>
            <a:r>
              <a:rPr lang="en-US" altLang="ko-KR" sz="1300" dirty="0"/>
              <a:t>      (</a:t>
            </a:r>
            <a:r>
              <a:rPr lang="ko-KR" altLang="en-US" sz="1300" dirty="0"/>
              <a:t>평가 비율</a:t>
            </a:r>
            <a:r>
              <a:rPr lang="en-US" altLang="ko-KR" sz="1300" dirty="0"/>
              <a:t> : 25%)</a:t>
            </a:r>
            <a:endParaRPr lang="ko-KR" altLang="en-US" sz="1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CDEB95-625B-469D-B630-B67C1679B3B9}"/>
              </a:ext>
            </a:extLst>
          </p:cNvPr>
          <p:cNvSpPr txBox="1"/>
          <p:nvPr/>
        </p:nvSpPr>
        <p:spPr>
          <a:xfrm>
            <a:off x="2562784" y="1379349"/>
            <a:ext cx="262611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- </a:t>
            </a:r>
            <a:r>
              <a:rPr lang="ko-KR" altLang="en-US" sz="1300" dirty="0"/>
              <a:t>입력 </a:t>
            </a:r>
            <a:r>
              <a:rPr lang="en-US" altLang="ko-KR" sz="1300" dirty="0"/>
              <a:t>/ </a:t>
            </a:r>
            <a:r>
              <a:rPr lang="ko-KR" altLang="en-US" sz="1300" dirty="0"/>
              <a:t>정답 분리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48DC48-097A-4342-911E-75BD6772006F}"/>
              </a:ext>
            </a:extLst>
          </p:cNvPr>
          <p:cNvSpPr txBox="1"/>
          <p:nvPr/>
        </p:nvSpPr>
        <p:spPr>
          <a:xfrm>
            <a:off x="2562785" y="3112316"/>
            <a:ext cx="26261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- </a:t>
            </a:r>
            <a:r>
              <a:rPr lang="ko-KR" altLang="en-US" sz="1300" dirty="0"/>
              <a:t>모든 행의 </a:t>
            </a:r>
            <a:r>
              <a:rPr lang="en-US" altLang="ko-KR" sz="1300" dirty="0"/>
              <a:t>1</a:t>
            </a:r>
            <a:r>
              <a:rPr lang="ko-KR" altLang="en-US" sz="1300" dirty="0"/>
              <a:t>번 컬럼의 이탈확률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6352E-8D00-489C-A9E9-DE9A22BFECA9}"/>
              </a:ext>
            </a:extLst>
          </p:cNvPr>
          <p:cNvSpPr txBox="1"/>
          <p:nvPr/>
        </p:nvSpPr>
        <p:spPr>
          <a:xfrm>
            <a:off x="2562784" y="3604146"/>
            <a:ext cx="262611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- 0.3 </a:t>
            </a:r>
            <a:r>
              <a:rPr lang="ko-KR" altLang="en-US" sz="1300" dirty="0"/>
              <a:t>이상이면 이탈</a:t>
            </a:r>
            <a:r>
              <a:rPr lang="en-US" altLang="ko-KR" sz="1300" dirty="0"/>
              <a:t>(1)</a:t>
            </a:r>
            <a:endParaRPr lang="ko-KR" alt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297666-7C5E-479C-AA99-69EA6F179247}"/>
              </a:ext>
            </a:extLst>
          </p:cNvPr>
          <p:cNvSpPr txBox="1"/>
          <p:nvPr/>
        </p:nvSpPr>
        <p:spPr>
          <a:xfrm>
            <a:off x="2562785" y="4558176"/>
            <a:ext cx="26261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-</a:t>
            </a:r>
            <a:r>
              <a:rPr lang="ko-KR" altLang="en-US" sz="1300" dirty="0"/>
              <a:t> 보고용 핵심 자료</a:t>
            </a:r>
          </a:p>
        </p:txBody>
      </p:sp>
    </p:spTree>
    <p:extLst>
      <p:ext uri="{BB962C8B-B14F-4D97-AF65-F5344CB8AC3E}">
        <p14:creationId xmlns:p14="http://schemas.microsoft.com/office/powerpoint/2010/main" val="3625454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CB158D-948D-4DDC-967A-881554249C1D}"/>
              </a:ext>
            </a:extLst>
          </p:cNvPr>
          <p:cNvSpPr txBox="1"/>
          <p:nvPr/>
        </p:nvSpPr>
        <p:spPr>
          <a:xfrm>
            <a:off x="145873" y="1734323"/>
            <a:ext cx="345103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+mn-ea"/>
              </a:rPr>
              <a:t>-</a:t>
            </a:r>
            <a:r>
              <a:rPr lang="ko-KR" altLang="en-US" sz="1300" dirty="0">
                <a:latin typeface="+mn-ea"/>
              </a:rPr>
              <a:t> 범주형 컬럼</a:t>
            </a:r>
            <a:endParaRPr lang="en-US" altLang="ko-KR" sz="1300" dirty="0">
              <a:latin typeface="+mn-ea"/>
            </a:endParaRPr>
          </a:p>
          <a:p>
            <a:r>
              <a:rPr lang="en-US" altLang="ko-KR" sz="1300" dirty="0">
                <a:latin typeface="+mn-ea"/>
              </a:rPr>
              <a:t>      </a:t>
            </a:r>
            <a:r>
              <a:rPr lang="en-US" altLang="ko-KR" sz="1300" dirty="0" err="1">
                <a:latin typeface="+mn-ea"/>
              </a:rPr>
              <a:t>pipline</a:t>
            </a:r>
            <a:r>
              <a:rPr lang="ko-KR" altLang="en-US" sz="1300" dirty="0">
                <a:latin typeface="+mn-ea"/>
              </a:rPr>
              <a:t> </a:t>
            </a:r>
            <a:r>
              <a:rPr lang="en-US" altLang="ko-KR" sz="1300" dirty="0">
                <a:latin typeface="+mn-ea"/>
              </a:rPr>
              <a:t>-&gt;</a:t>
            </a:r>
            <a:r>
              <a:rPr lang="ko-KR" altLang="en-US" sz="1300" dirty="0">
                <a:latin typeface="+mn-ea"/>
              </a:rPr>
              <a:t> </a:t>
            </a:r>
            <a:r>
              <a:rPr lang="en-US" altLang="ko-KR" sz="1300" dirty="0">
                <a:latin typeface="+mn-ea"/>
              </a:rPr>
              <a:t>[‘preprocess’] -&gt; [‘category’]</a:t>
            </a:r>
          </a:p>
          <a:p>
            <a:r>
              <a:rPr lang="en-US" altLang="ko-KR" sz="1300" dirty="0">
                <a:latin typeface="+mn-ea"/>
              </a:rPr>
              <a:t>      -&gt; [‘</a:t>
            </a:r>
            <a:r>
              <a:rPr lang="en-US" altLang="ko-KR" sz="1300" dirty="0" err="1">
                <a:latin typeface="+mn-ea"/>
              </a:rPr>
              <a:t>onehot</a:t>
            </a:r>
            <a:r>
              <a:rPr lang="en-US" altLang="ko-KR" sz="1300" dirty="0">
                <a:latin typeface="+mn-ea"/>
              </a:rPr>
              <a:t>’] = </a:t>
            </a:r>
            <a:r>
              <a:rPr lang="en-US" altLang="ko-KR" sz="1300" dirty="0" err="1">
                <a:latin typeface="+mn-ea"/>
              </a:rPr>
              <a:t>ohe</a:t>
            </a:r>
            <a:r>
              <a:rPr lang="ko-KR" altLang="en-US" sz="1300" dirty="0">
                <a:latin typeface="+mn-ea"/>
              </a:rPr>
              <a:t>에 저장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562FB8-D355-4725-8963-071151DDD556}"/>
              </a:ext>
            </a:extLst>
          </p:cNvPr>
          <p:cNvSpPr txBox="1"/>
          <p:nvPr/>
        </p:nvSpPr>
        <p:spPr>
          <a:xfrm>
            <a:off x="145872" y="2664298"/>
            <a:ext cx="345103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- </a:t>
            </a:r>
            <a:r>
              <a:rPr lang="ko-KR" altLang="en-US" sz="1300" dirty="0"/>
              <a:t>컬럼 순서 지정 </a:t>
            </a:r>
            <a:r>
              <a:rPr lang="en-US" altLang="ko-KR" sz="1300" dirty="0"/>
              <a:t>-&gt; </a:t>
            </a:r>
            <a:r>
              <a:rPr lang="ko-KR" altLang="en-US" sz="1300" dirty="0"/>
              <a:t>범주형 </a:t>
            </a:r>
            <a:r>
              <a:rPr lang="en-US" altLang="ko-KR" sz="1300" dirty="0"/>
              <a:t>+ </a:t>
            </a:r>
            <a:r>
              <a:rPr lang="ko-KR" altLang="en-US" sz="1300" dirty="0"/>
              <a:t>수치형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FE1FC3F-5B0E-4321-B298-64CC1CCEB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909" y="1734323"/>
            <a:ext cx="8595091" cy="43750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0F6864-9CA2-4043-A69A-886AFFE3B20F}"/>
              </a:ext>
            </a:extLst>
          </p:cNvPr>
          <p:cNvSpPr txBox="1"/>
          <p:nvPr/>
        </p:nvSpPr>
        <p:spPr>
          <a:xfrm>
            <a:off x="145874" y="3102570"/>
            <a:ext cx="345103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+mn-ea"/>
              </a:rPr>
              <a:t>-</a:t>
            </a:r>
            <a:r>
              <a:rPr lang="ko-KR" altLang="en-US" sz="1300" dirty="0">
                <a:latin typeface="+mn-ea"/>
              </a:rPr>
              <a:t> 수치형 컬럼</a:t>
            </a:r>
            <a:endParaRPr lang="en-US" altLang="ko-KR" sz="1300" dirty="0">
              <a:latin typeface="+mn-ea"/>
            </a:endParaRPr>
          </a:p>
          <a:p>
            <a:r>
              <a:rPr lang="en-US" altLang="ko-KR" sz="1300" dirty="0">
                <a:latin typeface="+mn-ea"/>
              </a:rPr>
              <a:t>  </a:t>
            </a:r>
            <a:r>
              <a:rPr lang="en-US" altLang="ko-KR" sz="1300" dirty="0" err="1">
                <a:latin typeface="+mn-ea"/>
              </a:rPr>
              <a:t>Feature_importances</a:t>
            </a:r>
            <a:r>
              <a:rPr lang="en-US" altLang="ko-KR" sz="1300" dirty="0">
                <a:latin typeface="+mn-ea"/>
              </a:rPr>
              <a:t>_</a:t>
            </a:r>
            <a:r>
              <a:rPr lang="ko-KR" altLang="en-US" sz="1300" dirty="0">
                <a:latin typeface="+mn-ea"/>
              </a:rPr>
              <a:t>로 변환기들의 이름          꺼내기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ECD843-7AFF-48F3-9DC8-898DE3EFA8C4}"/>
              </a:ext>
            </a:extLst>
          </p:cNvPr>
          <p:cNvSpPr txBox="1"/>
          <p:nvPr/>
        </p:nvSpPr>
        <p:spPr>
          <a:xfrm>
            <a:off x="145874" y="4324933"/>
            <a:ext cx="345103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원</a:t>
            </a:r>
            <a:r>
              <a:rPr lang="en-US" altLang="ko-KR" sz="1300" dirty="0">
                <a:latin typeface="+mn-ea"/>
              </a:rPr>
              <a:t>-</a:t>
            </a:r>
            <a:r>
              <a:rPr lang="ko-KR" altLang="en-US" sz="1300" dirty="0">
                <a:latin typeface="+mn-ea"/>
              </a:rPr>
              <a:t>핫 </a:t>
            </a:r>
            <a:r>
              <a:rPr lang="ko-KR" altLang="en-US" sz="1300" dirty="0" err="1">
                <a:latin typeface="+mn-ea"/>
              </a:rPr>
              <a:t>인코딩된</a:t>
            </a:r>
            <a:r>
              <a:rPr lang="ko-KR" altLang="en-US" sz="1300" dirty="0">
                <a:latin typeface="+mn-ea"/>
              </a:rPr>
              <a:t> 컬럼명을 원본 변수명으로 변환하는 함수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85102C-1F0E-4A0B-9860-A9D33DC03D02}"/>
              </a:ext>
            </a:extLst>
          </p:cNvPr>
          <p:cNvSpPr txBox="1"/>
          <p:nvPr/>
        </p:nvSpPr>
        <p:spPr>
          <a:xfrm>
            <a:off x="145874" y="5681707"/>
            <a:ext cx="345103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변환한 원본 변수명을 </a:t>
            </a:r>
            <a:r>
              <a:rPr lang="en-US" altLang="ko-KR" sz="1300" dirty="0">
                <a:latin typeface="+mn-ea"/>
              </a:rPr>
              <a:t>[‘</a:t>
            </a:r>
            <a:r>
              <a:rPr lang="en-US" altLang="ko-KR" sz="1300" dirty="0" err="1">
                <a:latin typeface="+mn-ea"/>
              </a:rPr>
              <a:t>base_feature</a:t>
            </a:r>
            <a:r>
              <a:rPr lang="en-US" altLang="ko-KR" sz="1300" dirty="0">
                <a:latin typeface="+mn-ea"/>
              </a:rPr>
              <a:t>’]</a:t>
            </a:r>
            <a:r>
              <a:rPr lang="ko-KR" altLang="en-US" sz="1300" dirty="0">
                <a:latin typeface="+mn-ea"/>
              </a:rPr>
              <a:t>로 저장</a:t>
            </a:r>
          </a:p>
        </p:txBody>
      </p:sp>
    </p:spTree>
    <p:extLst>
      <p:ext uri="{BB962C8B-B14F-4D97-AF65-F5344CB8AC3E}">
        <p14:creationId xmlns:p14="http://schemas.microsoft.com/office/powerpoint/2010/main" val="2796470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88FE346-FE8D-4138-B109-03C58FAF6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882" y="1292262"/>
            <a:ext cx="8907118" cy="48774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A586A7-34D7-4B94-9F53-F2BDBBC904EB}"/>
              </a:ext>
            </a:extLst>
          </p:cNvPr>
          <p:cNvSpPr txBox="1"/>
          <p:nvPr/>
        </p:nvSpPr>
        <p:spPr>
          <a:xfrm>
            <a:off x="176171" y="1292262"/>
            <a:ext cx="310871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300" dirty="0">
                <a:latin typeface="+mn-ea"/>
              </a:rPr>
              <a:t>원본 변수명으로 그룹화하고 수치를 모두 더하고 내림차순으로 정렬 후 소수점 </a:t>
            </a:r>
            <a:r>
              <a:rPr lang="en-US" altLang="ko-KR" sz="1300" dirty="0">
                <a:latin typeface="+mn-ea"/>
              </a:rPr>
              <a:t>4</a:t>
            </a:r>
            <a:r>
              <a:rPr lang="ko-KR" altLang="en-US" sz="1300" dirty="0">
                <a:latin typeface="+mn-ea"/>
              </a:rPr>
              <a:t>자리까지 출력 </a:t>
            </a:r>
            <a:endParaRPr lang="en-US" altLang="ko-KR" sz="1300" dirty="0">
              <a:latin typeface="+mn-ea"/>
            </a:endParaRPr>
          </a:p>
          <a:p>
            <a:pPr marL="285750" indent="-285750">
              <a:buFontTx/>
              <a:buChar char="-"/>
            </a:pPr>
            <a:endParaRPr lang="en-US" altLang="ko-KR" sz="1300" dirty="0">
              <a:latin typeface="+mn-ea"/>
            </a:endParaRPr>
          </a:p>
          <a:p>
            <a:endParaRPr lang="en-US" altLang="ko-KR" sz="13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D9E24C-3112-4C3A-8D00-C4FB2647311C}"/>
              </a:ext>
            </a:extLst>
          </p:cNvPr>
          <p:cNvSpPr txBox="1"/>
          <p:nvPr/>
        </p:nvSpPr>
        <p:spPr>
          <a:xfrm>
            <a:off x="176171" y="2384869"/>
            <a:ext cx="3171038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300" dirty="0" err="1">
                <a:latin typeface="+mn-ea"/>
              </a:rPr>
              <a:t>딕셔너리</a:t>
            </a:r>
            <a:r>
              <a:rPr lang="ko-KR" altLang="en-US" sz="1300" dirty="0">
                <a:latin typeface="+mn-ea"/>
              </a:rPr>
              <a:t> 형태로 변환 후</a:t>
            </a:r>
            <a:r>
              <a:rPr lang="en-US" altLang="ko-KR" sz="1300" dirty="0">
                <a:latin typeface="+mn-ea"/>
              </a:rPr>
              <a:t>metrics</a:t>
            </a:r>
            <a:r>
              <a:rPr lang="ko-KR" altLang="en-US" sz="1300" dirty="0">
                <a:latin typeface="+mn-ea"/>
              </a:rPr>
              <a:t>에 </a:t>
            </a:r>
            <a:r>
              <a:rPr lang="en-US" altLang="ko-KR" sz="1300" dirty="0">
                <a:latin typeface="+mn-ea"/>
              </a:rPr>
              <a:t>[‘</a:t>
            </a:r>
            <a:r>
              <a:rPr lang="en-US" altLang="ko-KR" sz="1300" dirty="0" err="1">
                <a:latin typeface="+mn-ea"/>
              </a:rPr>
              <a:t>feature_importance_grouped</a:t>
            </a:r>
            <a:r>
              <a:rPr lang="en-US" altLang="ko-KR" sz="1300" dirty="0">
                <a:latin typeface="+mn-ea"/>
              </a:rPr>
              <a:t>’]</a:t>
            </a:r>
            <a:r>
              <a:rPr lang="ko-KR" altLang="en-US" sz="1300" dirty="0">
                <a:latin typeface="+mn-ea"/>
              </a:rPr>
              <a:t>이름으로 저장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EA5D5E-69C0-4FD4-90C0-13858124E993}"/>
              </a:ext>
            </a:extLst>
          </p:cNvPr>
          <p:cNvSpPr txBox="1"/>
          <p:nvPr/>
        </p:nvSpPr>
        <p:spPr>
          <a:xfrm>
            <a:off x="176171" y="3102533"/>
            <a:ext cx="310871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+mn-ea"/>
              </a:rPr>
              <a:t>- .map</a:t>
            </a:r>
            <a:r>
              <a:rPr lang="ko-KR" altLang="en-US" sz="1300" dirty="0">
                <a:latin typeface="+mn-ea"/>
              </a:rPr>
              <a:t>으로 컬럼명에 맞는 </a:t>
            </a:r>
            <a:r>
              <a:rPr lang="ko-KR" altLang="en-US" sz="1300" dirty="0" err="1">
                <a:latin typeface="+mn-ea"/>
              </a:rPr>
              <a:t>수치값을</a:t>
            </a:r>
            <a:r>
              <a:rPr lang="ko-KR" altLang="en-US" sz="1300" dirty="0">
                <a:latin typeface="+mn-ea"/>
              </a:rPr>
              <a:t> 찾고 그룹순위 </a:t>
            </a:r>
            <a:r>
              <a:rPr lang="en-US" altLang="ko-KR" sz="1300" dirty="0">
                <a:latin typeface="+mn-ea"/>
              </a:rPr>
              <a:t>-&gt; </a:t>
            </a:r>
            <a:r>
              <a:rPr lang="ko-KR" altLang="en-US" sz="1300" dirty="0">
                <a:latin typeface="+mn-ea"/>
              </a:rPr>
              <a:t>그룹 내 개별 순위 순으로 내림차순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CC3CFA-746C-4DF7-BACD-F77D52344588}"/>
              </a:ext>
            </a:extLst>
          </p:cNvPr>
          <p:cNvSpPr txBox="1"/>
          <p:nvPr/>
        </p:nvSpPr>
        <p:spPr>
          <a:xfrm>
            <a:off x="176170" y="4084561"/>
            <a:ext cx="310871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+mn-ea"/>
              </a:rPr>
              <a:t>- [‘</a:t>
            </a:r>
            <a:r>
              <a:rPr lang="en-US" altLang="ko-KR" sz="1300" dirty="0" err="1">
                <a:latin typeface="+mn-ea"/>
              </a:rPr>
              <a:t>top_features</a:t>
            </a:r>
            <a:r>
              <a:rPr lang="en-US" altLang="ko-KR" sz="1300" dirty="0">
                <a:latin typeface="+mn-ea"/>
              </a:rPr>
              <a:t>’]</a:t>
            </a:r>
            <a:r>
              <a:rPr lang="ko-KR" altLang="en-US" sz="1300" dirty="0">
                <a:latin typeface="+mn-ea"/>
              </a:rPr>
              <a:t>이름으로 </a:t>
            </a:r>
            <a:r>
              <a:rPr lang="en-US" altLang="ko-KR" sz="1300" dirty="0">
                <a:effectLst/>
                <a:latin typeface="+mn-ea"/>
              </a:rPr>
              <a:t>['</a:t>
            </a:r>
            <a:r>
              <a:rPr lang="en-US" altLang="ko-KR" sz="1300" dirty="0" err="1">
                <a:effectLst/>
                <a:latin typeface="+mn-ea"/>
              </a:rPr>
              <a:t>base_feature</a:t>
            </a:r>
            <a:r>
              <a:rPr lang="en-US" altLang="ko-KR" sz="1300" dirty="0">
                <a:effectLst/>
                <a:latin typeface="+mn-ea"/>
              </a:rPr>
              <a:t>', 'feature', 'importance＇]</a:t>
            </a:r>
          </a:p>
          <a:p>
            <a:r>
              <a:rPr lang="ko-KR" altLang="en-US" sz="1300" dirty="0">
                <a:latin typeface="+mn-ea"/>
              </a:rPr>
              <a:t>의 값을 소수 </a:t>
            </a:r>
            <a:r>
              <a:rPr lang="en-US" altLang="ko-KR" sz="1300" dirty="0">
                <a:latin typeface="+mn-ea"/>
              </a:rPr>
              <a:t>4</a:t>
            </a:r>
            <a:r>
              <a:rPr lang="ko-KR" altLang="en-US" sz="1300" dirty="0">
                <a:latin typeface="+mn-ea"/>
              </a:rPr>
              <a:t>자리까지 </a:t>
            </a:r>
            <a:r>
              <a:rPr lang="ko-KR" altLang="en-US" sz="1300" dirty="0" err="1">
                <a:latin typeface="+mn-ea"/>
              </a:rPr>
              <a:t>딕셔너리</a:t>
            </a:r>
            <a:r>
              <a:rPr lang="ko-KR" altLang="en-US" sz="1300" dirty="0">
                <a:latin typeface="+mn-ea"/>
              </a:rPr>
              <a:t> 형태로 </a:t>
            </a:r>
            <a:r>
              <a:rPr lang="en-US" altLang="ko-KR" sz="1300" dirty="0">
                <a:latin typeface="+mn-ea"/>
              </a:rPr>
              <a:t>json</a:t>
            </a:r>
            <a:r>
              <a:rPr lang="ko-KR" altLang="en-US" sz="1300" dirty="0">
                <a:latin typeface="+mn-ea"/>
              </a:rPr>
              <a:t>에 저장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6F42FB-0E1D-4039-955C-754D26128C65}"/>
              </a:ext>
            </a:extLst>
          </p:cNvPr>
          <p:cNvSpPr txBox="1"/>
          <p:nvPr/>
        </p:nvSpPr>
        <p:spPr>
          <a:xfrm>
            <a:off x="176169" y="5567576"/>
            <a:ext cx="31087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+mn-ea"/>
              </a:rPr>
              <a:t>-</a:t>
            </a:r>
            <a:r>
              <a:rPr lang="ko-KR" altLang="en-US" sz="1300" dirty="0">
                <a:latin typeface="+mn-ea"/>
              </a:rPr>
              <a:t> 현재 위치에서만 실행</a:t>
            </a:r>
          </a:p>
        </p:txBody>
      </p:sp>
    </p:spTree>
    <p:extLst>
      <p:ext uri="{BB962C8B-B14F-4D97-AF65-F5344CB8AC3E}">
        <p14:creationId xmlns:p14="http://schemas.microsoft.com/office/powerpoint/2010/main" val="3715866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2712A94-6AB4-46BB-91DD-6550421FD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94" y="1603624"/>
            <a:ext cx="3067478" cy="30579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18F0B3-BF71-4223-B2A6-18A4AFF03217}"/>
              </a:ext>
            </a:extLst>
          </p:cNvPr>
          <p:cNvSpPr txBox="1"/>
          <p:nvPr/>
        </p:nvSpPr>
        <p:spPr>
          <a:xfrm>
            <a:off x="421094" y="4751676"/>
            <a:ext cx="15422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+mn-ea"/>
              </a:rPr>
              <a:t>Metrics </a:t>
            </a:r>
            <a:r>
              <a:rPr lang="ko-KR" altLang="en-US" sz="1500" dirty="0">
                <a:latin typeface="+mn-ea"/>
              </a:rPr>
              <a:t>값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B1DA50A-6BBA-436E-B748-D6FCEBD1B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867" y="1603624"/>
            <a:ext cx="2648320" cy="14956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773B6F-51CB-41E0-A817-8F2BEE510327}"/>
              </a:ext>
            </a:extLst>
          </p:cNvPr>
          <p:cNvSpPr txBox="1"/>
          <p:nvPr/>
        </p:nvSpPr>
        <p:spPr>
          <a:xfrm>
            <a:off x="4328867" y="3145158"/>
            <a:ext cx="21979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+mn-ea"/>
              </a:rPr>
              <a:t>중요도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31C3348-B35E-4B29-AAA1-459B06522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134" y="1603624"/>
            <a:ext cx="3534268" cy="46869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BFDC36-3802-4C4C-B76F-551C8F3CA92D}"/>
              </a:ext>
            </a:extLst>
          </p:cNvPr>
          <p:cNvSpPr txBox="1"/>
          <p:nvPr/>
        </p:nvSpPr>
        <p:spPr>
          <a:xfrm>
            <a:off x="7863134" y="6293362"/>
            <a:ext cx="23294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+mn-ea"/>
              </a:rPr>
              <a:t>위험도</a:t>
            </a:r>
          </a:p>
        </p:txBody>
      </p:sp>
    </p:spTree>
    <p:extLst>
      <p:ext uri="{BB962C8B-B14F-4D97-AF65-F5344CB8AC3E}">
        <p14:creationId xmlns:p14="http://schemas.microsoft.com/office/powerpoint/2010/main" val="2966525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65E896-8447-4A2A-B681-71AD21E90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최종 분석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D24560-DFEB-4C4E-B32B-0D5902A674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ko-KR" altLang="en-US" sz="2500" dirty="0"/>
              <a:t>약 </a:t>
            </a:r>
            <a:r>
              <a:rPr lang="en-US" altLang="ko-KR" sz="2500" dirty="0"/>
              <a:t>4</a:t>
            </a:r>
            <a:r>
              <a:rPr lang="ko-KR" altLang="en-US" sz="2500" dirty="0"/>
              <a:t>만 </a:t>
            </a:r>
            <a:r>
              <a:rPr lang="en-US" altLang="ko-KR" sz="2500" dirty="0"/>
              <a:t>7</a:t>
            </a:r>
            <a:r>
              <a:rPr lang="ko-KR" altLang="en-US" sz="2500" dirty="0"/>
              <a:t>천 건의 데이터를 바탕으로 분석하였고 종합적인 분류 성능을 나타내는 </a:t>
            </a:r>
            <a:r>
              <a:rPr lang="en-US" altLang="ko-KR" sz="2500" dirty="0"/>
              <a:t>ROC-AUC</a:t>
            </a:r>
            <a:r>
              <a:rPr lang="ko-KR" altLang="en-US" sz="2500" dirty="0"/>
              <a:t>는 </a:t>
            </a:r>
            <a:r>
              <a:rPr lang="en-US" altLang="ko-KR" sz="2500" dirty="0"/>
              <a:t>0.77</a:t>
            </a:r>
            <a:r>
              <a:rPr lang="ko-KR" altLang="en-US" sz="2500" dirty="0"/>
              <a:t>을 기록하였고 가장 중요한 </a:t>
            </a:r>
            <a:r>
              <a:rPr lang="ko-KR" altLang="en-US" sz="2500" dirty="0" err="1"/>
              <a:t>재현율</a:t>
            </a:r>
            <a:r>
              <a:rPr lang="en-US" altLang="ko-KR" sz="2500" dirty="0"/>
              <a:t>(Recall)</a:t>
            </a:r>
            <a:r>
              <a:rPr lang="ko-KR" altLang="en-US" sz="2500" dirty="0"/>
              <a:t>을</a:t>
            </a:r>
            <a:r>
              <a:rPr lang="en-US" altLang="ko-KR" sz="2500" dirty="0"/>
              <a:t> 85.16% </a:t>
            </a:r>
            <a:r>
              <a:rPr lang="ko-KR" altLang="en-US" sz="2500" dirty="0"/>
              <a:t>확보하였습니다</a:t>
            </a:r>
            <a:r>
              <a:rPr lang="en-US" altLang="ko-KR" sz="2500" dirty="0"/>
              <a:t>. </a:t>
            </a:r>
            <a:r>
              <a:rPr lang="ko-KR" altLang="en-US" sz="2500" dirty="0"/>
              <a:t>이를 통해 안전 관리 목적으로 데이터를 활용하기에 충분한 결과입니다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FC7309-9A14-478C-AAB8-FB144CB3C3F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sz="2500" dirty="0"/>
              <a:t>모델이 예측을 수행할 때 눈여겨본 데이터는 </a:t>
            </a:r>
            <a:r>
              <a:rPr lang="en-US" altLang="ko-KR" sz="2500" dirty="0"/>
              <a:t>‘</a:t>
            </a:r>
            <a:r>
              <a:rPr lang="ko-KR" altLang="en-US" sz="2500" dirty="0"/>
              <a:t>발화요인</a:t>
            </a:r>
            <a:r>
              <a:rPr lang="en-US" altLang="ko-KR" sz="2500" dirty="0"/>
              <a:t>＇</a:t>
            </a:r>
            <a:r>
              <a:rPr lang="ko-KR" altLang="en-US" sz="2500" dirty="0"/>
              <a:t>과 장소 입니다</a:t>
            </a:r>
            <a:r>
              <a:rPr lang="en-US" altLang="ko-KR" sz="2500" dirty="0"/>
              <a:t>. </a:t>
            </a:r>
            <a:r>
              <a:rPr lang="ko-KR" altLang="en-US" sz="2500" dirty="0"/>
              <a:t>그 중에서도 가스누출로 인한 폭발 화재가 사상자 발생 확률이 가장 높았고 원인 미상의 화재</a:t>
            </a:r>
            <a:r>
              <a:rPr lang="en-US" altLang="ko-KR" sz="2500" dirty="0"/>
              <a:t>, </a:t>
            </a:r>
            <a:r>
              <a:rPr lang="ko-KR" altLang="en-US" sz="2500" dirty="0"/>
              <a:t>방화 순 높은 수치가 나왔습니다</a:t>
            </a:r>
            <a:r>
              <a:rPr lang="en-US" altLang="ko-KR" sz="2500" dirty="0"/>
              <a:t>. </a:t>
            </a:r>
            <a:r>
              <a:rPr lang="ko-KR" altLang="en-US" sz="2500" dirty="0"/>
              <a:t>향후 가스 취약 시설이나 방화 우려가 있는 지역을 중심으로 모니터링을 강화한다면 인명 피해 예방에 큰 도움이 될 것 같습니다</a:t>
            </a:r>
            <a:r>
              <a:rPr lang="en-US" altLang="ko-KR" sz="2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3418809"/>
      </p:ext>
    </p:extLst>
  </p:cSld>
  <p:clrMapOvr>
    <a:masterClrMapping/>
  </p:clrMapOvr>
</p:sld>
</file>

<file path=ppt/theme/theme1.xml><?xml version="1.0" encoding="utf-8"?>
<a:theme xmlns:a="http://schemas.openxmlformats.org/drawingml/2006/main" name="New_Natural01">
  <a:themeElements>
    <a:clrScheme name="Natural01">
      <a:dk1>
        <a:sysClr val="windowText" lastClr="000000"/>
      </a:dk1>
      <a:lt1>
        <a:sysClr val="window" lastClr="FFFFFF"/>
      </a:lt1>
      <a:dk2>
        <a:srgbClr val="1F6299"/>
      </a:dk2>
      <a:lt2>
        <a:srgbClr val="DFF0F7"/>
      </a:lt2>
      <a:accent1>
        <a:srgbClr val="40C6D8"/>
      </a:accent1>
      <a:accent2>
        <a:srgbClr val="5581FD"/>
      </a:accent2>
      <a:accent3>
        <a:srgbClr val="33BDFB"/>
      </a:accent3>
      <a:accent4>
        <a:srgbClr val="4CD416"/>
      </a:accent4>
      <a:accent5>
        <a:srgbClr val="FE8C2E"/>
      </a:accent5>
      <a:accent6>
        <a:srgbClr val="C489FF"/>
      </a:accent6>
      <a:hlink>
        <a:srgbClr val="D98609"/>
      </a:hlink>
      <a:folHlink>
        <a:srgbClr val="85DFD0"/>
      </a:folHlink>
    </a:clrScheme>
    <a:fontScheme name="Natural01">
      <a:majorFont>
        <a:latin typeface="Tahoma"/>
        <a:ea typeface=""/>
        <a:cs typeface=""/>
        <a:font script="Jpan" typeface="HG創英角ｺﾞｼｯｸUB"/>
        <a:font script="Hang" typeface="맑은 고딕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ahoma"/>
        <a:ea typeface=""/>
        <a:cs typeface=""/>
        <a:font script="Jpan" typeface="HGｺﾞｼｯｸE"/>
        <a:font script="Hang" typeface="맑은 고딕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Natural01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31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0000"/>
                <a:satMod val="20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0000"/>
              </a:schemeClr>
            </a:gs>
            <a:gs pos="100000">
              <a:schemeClr val="phClr">
                <a:shade val="70000"/>
                <a:satMod val="150000"/>
              </a:schemeClr>
            </a:gs>
          </a:gsLst>
          <a:path path="circle">
            <a:fillToRect t="30000" r="100000" b="70000"/>
          </a:path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  <a:ln w="4000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alpha val="38000"/>
                <a:satMod val="150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3000000"/>
            </a:lightRig>
          </a:scene3d>
          <a:sp3d contourW="6350" prstMaterial="flat">
            <a:bevelT h="889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  <a:shade val="100000"/>
                <a:satMod val="200000"/>
              </a:schemeClr>
            </a:gs>
            <a:gs pos="100000">
              <a:schemeClr val="phClr">
                <a:tint val="100000"/>
                <a:shade val="89000"/>
                <a:satMod val="150000"/>
                <a:lumMod val="90000"/>
              </a:schemeClr>
            </a:gs>
          </a:gsLst>
          <a:path path="circle">
            <a:fillToRect l="40000" t="30000" r="40000" b="30000"/>
          </a:path>
        </a:gradFill>
        <a:gradFill rotWithShape="1">
          <a:gsLst>
            <a:gs pos="0">
              <a:schemeClr val="phClr">
                <a:tint val="100000"/>
                <a:shade val="90000"/>
                <a:satMod val="200000"/>
                <a:lumMod val="90000"/>
              </a:schemeClr>
            </a:gs>
            <a:gs pos="43000">
              <a:schemeClr val="phClr">
                <a:tint val="85000"/>
                <a:shade val="100000"/>
                <a:satMod val="300000"/>
                <a:lumMod val="100000"/>
              </a:schemeClr>
            </a:gs>
            <a:gs pos="100000">
              <a:schemeClr val="phClr">
                <a:tint val="85000"/>
                <a:shade val="100000"/>
                <a:satMod val="300000"/>
                <a:lumMod val="100000"/>
              </a:schemeClr>
            </a:gs>
          </a:gsLst>
          <a:lin ang="5400000" scaled="1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TM10237564[[fn=자연 테마]]</Template>
  <TotalTime>552</TotalTime>
  <Words>441</Words>
  <Application>Microsoft Office PowerPoint</Application>
  <PresentationFormat>와이드스크린</PresentationFormat>
  <Paragraphs>59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맑은 고딕</vt:lpstr>
      <vt:lpstr>Arial</vt:lpstr>
      <vt:lpstr>Consolas</vt:lpstr>
      <vt:lpstr>Tahoma</vt:lpstr>
      <vt:lpstr>Wingdings</vt:lpstr>
      <vt:lpstr>New_Natural01</vt:lpstr>
      <vt:lpstr>PowerPoint 프레젠테이션</vt:lpstr>
      <vt:lpstr>데이터 모델링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최종 분석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39</cp:revision>
  <dcterms:created xsi:type="dcterms:W3CDTF">2026-03-10T17:23:29Z</dcterms:created>
  <dcterms:modified xsi:type="dcterms:W3CDTF">2026-08-11T05:24:59Z</dcterms:modified>
</cp:coreProperties>
</file>