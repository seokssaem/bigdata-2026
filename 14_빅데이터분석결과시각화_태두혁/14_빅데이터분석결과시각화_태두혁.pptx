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80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결과 시각화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		</a:t>
            </a:r>
            <a:r>
              <a:rPr lang="ko-KR" altLang="en-US" dirty="0" err="1"/>
              <a:t>태두혁</a:t>
            </a:r>
            <a:endParaRPr lang="ko-KR" altLang="en-US" dirty="0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		2026-08-19</a:t>
            </a:r>
            <a:endParaRPr lang="ko-KR" altLang="en-US" dirty="0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 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			</a:t>
            </a:r>
            <a:r>
              <a:rPr lang="en-US" altLang="ko-KR" dirty="0" err="1"/>
              <a:t>TaeDoohyeok</a:t>
            </a:r>
            <a:endParaRPr lang="ko-KR" altLang="en-US" dirty="0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4876" y="4892039"/>
            <a:ext cx="11274552" cy="1242061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39496" y="4936207"/>
            <a:ext cx="10972800" cy="641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indent="0" algn="l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14_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</a:rPr>
              <a:t>빅데이터분석결과시각화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이름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.pptx 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외 </a:t>
            </a:r>
            <a:r>
              <a:rPr lang="en-US" altLang="ko-KR" sz="1100" dirty="0" err="1">
                <a:solidFill>
                  <a:srgbClr val="1F3864"/>
                </a:solidFill>
                <a:latin typeface="Consolas" pitchFamily="34" charset="0"/>
              </a:rPr>
              <a:t>ipynb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파일</a:t>
            </a:r>
          </a:p>
        </p:txBody>
      </p:sp>
      <p:sp>
        <p:nvSpPr>
          <p:cNvPr id="16" name="Text 14"/>
          <p:cNvSpPr/>
          <p:nvPr/>
        </p:nvSpPr>
        <p:spPr>
          <a:xfrm>
            <a:off x="594360" y="5733795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400" b="1" dirty="0" err="1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</a:t>
              </a:r>
              <a:r>
                <a:rPr 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ko-KR" alt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분석 결과 시각화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altLang="ko-KR" sz="1100" dirty="0"/>
                <a:t>2001010509_21v4</a:t>
              </a:r>
              <a:endPara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EA8F35F-7D9B-4B59-97C3-A880C8848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823" y="0"/>
            <a:ext cx="107403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CDB5CC3-3BE7-40B0-A989-8B85E8587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8835" y="0"/>
            <a:ext cx="81543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977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4914D40-A7A5-468E-882B-67AE641DB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16" y="1"/>
            <a:ext cx="7131327" cy="287742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691BD1E-83FA-4A26-8F14-885E88C570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4259" y="2877426"/>
            <a:ext cx="8667742" cy="366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109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B05E3AC-72EC-4DC2-912D-79840A00B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0887" y="0"/>
            <a:ext cx="82502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963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39972B8-F926-4A3D-9835-04930D23F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35" y="0"/>
            <a:ext cx="119857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D724EE7-2749-4DD3-A4AB-D3BD0B965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26" y="0"/>
            <a:ext cx="68885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973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C110E1E-8F21-4C25-8A5E-8072B49E9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6899" y="0"/>
            <a:ext cx="72782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10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FA0918F-321A-48A5-AC0C-AEEED4FD6B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6498" y="0"/>
            <a:ext cx="73590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2868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4B86658-4B1B-426E-803A-445688647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191" y="0"/>
            <a:ext cx="75856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607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0AC6E4D-1415-4EEC-B9B6-BB38D33C5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668" y="0"/>
            <a:ext cx="74006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172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</TotalTime>
  <Words>74</Words>
  <Application>Microsoft Office PowerPoint</Application>
  <PresentationFormat>와이드스크린</PresentationFormat>
  <Paragraphs>13</Paragraphs>
  <Slides>11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26</cp:revision>
  <dcterms:created xsi:type="dcterms:W3CDTF">2026-03-10T17:23:29Z</dcterms:created>
  <dcterms:modified xsi:type="dcterms:W3CDTF">2026-08-19T02:13:24Z</dcterms:modified>
</cp:coreProperties>
</file>