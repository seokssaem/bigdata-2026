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3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FFBE-257F-EFA6-C3C0-D593F6E0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91E67-2AB1-69E1-BC41-5F6195A0B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385B2-5882-F2C6-CEA6-455977062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228DC-F478-F05B-B67B-01FE323AA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2026. 5. 26.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HongEunKyeong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02_응용SW기초기술활용_이름.pptx   |   02_test_이름.py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(1)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미들웨어(Middleware)의 개념을 자신의 말로 설명하시오.  |  이론 지식 확인 서술형 문항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97279"/>
            <a:ext cx="5806440" cy="529807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0040" y="1777492"/>
            <a:ext cx="5623560" cy="363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200000"/>
              </a:lnSpc>
              <a:buNone/>
            </a:pPr>
            <a:r>
              <a:rPr lang="ko-KR" altLang="en-US" sz="2000" dirty="0"/>
              <a:t>미들웨어는 서로 다른 시스템이나 어플리케이션 사이에서 데이터 전달과 통신을 지원하는 소프트웨어이다</a:t>
            </a:r>
            <a:r>
              <a:rPr lang="en-US" altLang="ko-KR" sz="2000" dirty="0"/>
              <a:t>.  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ko-KR" altLang="en-US" sz="2000" dirty="0"/>
              <a:t>주로 운영체제와 응용프로그램</a:t>
            </a:r>
            <a:r>
              <a:rPr lang="en-US" altLang="ko-KR" sz="2000" dirty="0"/>
              <a:t>, </a:t>
            </a:r>
            <a:r>
              <a:rPr lang="ko-KR" altLang="en-US" sz="2000" dirty="0"/>
              <a:t>또는 서버와 데이터베이스 사이에서 중간 역할을 한다</a:t>
            </a:r>
            <a:r>
              <a:rPr lang="en-US" altLang="ko-KR" sz="2000" dirty="0"/>
              <a:t>.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62472" y="1081714"/>
            <a:ext cx="5806440" cy="5298076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1219200"/>
            <a:ext cx="5502148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미들웨어의 장점은 시스템 간 연결을 쉽게 하고 데이터 처리와 보안의 효율적으로 관리할 수 있다</a:t>
            </a:r>
            <a:r>
              <a:rPr lang="en-US" altLang="ko-KR" sz="2000" dirty="0">
                <a:latin typeface="+mn-ea"/>
              </a:rPr>
              <a:t>. </a:t>
            </a:r>
            <a:r>
              <a:rPr lang="ko-KR" altLang="en-US" sz="2000" dirty="0">
                <a:latin typeface="+mn-ea"/>
              </a:rPr>
              <a:t>또한 개발 생산성을 높이고 유지보수를 편리하게 만든다</a:t>
            </a:r>
            <a:r>
              <a:rPr lang="en-US" altLang="ko-KR" sz="2000" dirty="0">
                <a:latin typeface="+mn-ea"/>
              </a:rPr>
              <a:t>.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반면에 단점으로는 시스템 구조가 복잡해질 수 있고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추가적인 비용과 성능 저하가 발생할 수 있다</a:t>
            </a:r>
            <a:r>
              <a:rPr lang="en-US" altLang="ko-KR" sz="2000" dirty="0">
                <a:latin typeface="+mn-ea"/>
              </a:rPr>
              <a:t>.</a:t>
            </a:r>
            <a:endParaRPr lang="en-US" sz="2000" dirty="0">
              <a:latin typeface="+mn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(2)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미들웨어가 필요한 이유를 두 가지 작성하시오.  (각 5점 × 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이유 1  (5점)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이유 2  (5점)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0040" y="2680978"/>
            <a:ext cx="5623560" cy="1927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ko-KR" altLang="en-US" sz="1600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분산 시스템의 중요한 통신 및 데이터 관리 도구이다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600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개발자는 미들웨어를 사용하여 애플리케이션 개발을 지원하고 디자인 프로세스를 단순화하면 서로 다른 소프트웨어 구성 요소 사이를 연결하지 않고 자유롭게 비즈니스 로직 및 기능에 중점을 둘 수 있다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sp>
        <p:nvSpPr>
          <p:cNvPr id="15" name="Shape 13"/>
          <p:cNvSpPr/>
          <p:nvPr/>
        </p:nvSpPr>
        <p:spPr>
          <a:xfrm>
            <a:off x="6172200" y="1487940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77356" y="2307844"/>
            <a:ext cx="5623560" cy="2391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ko-KR" altLang="en-US" sz="1600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미들웨어가 없으면 개발자는 애플리케이션에 연결된 각 소프트웨어 구성 요소의 데이터 교환 모듈을 구축해야 한다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이 구축 작업은 상당히 어렵고 복잡하여 시간과 비용이 많이 든다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r>
              <a:rPr lang="ko-KR" altLang="en-US" sz="1600" dirty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따라서 미들웨어가 작업을 더욱 효율적으로 도와준다</a:t>
            </a:r>
            <a:r>
              <a:rPr lang="en-US" altLang="ko-KR" sz="1600" dirty="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en-US" altLang="ko-KR" sz="1600" dirty="0"/>
          </a:p>
        </p:txBody>
      </p:sp>
      <p:sp>
        <p:nvSpPr>
          <p:cNvPr id="17" name="Shape 15"/>
          <p:cNvSpPr/>
          <p:nvPr/>
        </p:nvSpPr>
        <p:spPr>
          <a:xfrm>
            <a:off x="182880" y="5980176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5980176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이유는 한 문장 이상으로 구체적으로 서술해야 합니다.  단순히 "편리하다" 수준의 답변은 인정되지 않습니다.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작성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코드 구현 과정을 완성하고, 각 단계 결과를 캡처하여 순서대로 붙여넣으시오.  |  배점 80점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4318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44318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17470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17470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37510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check_safety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정의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17470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08910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51476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51476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4628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4628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44668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비교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(if 문 작성)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4628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16068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58634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58634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431786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31786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51826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31786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23226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2726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522726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95878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595878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15918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미들웨어 호출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95878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687318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9884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929884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003036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003036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3076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확인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03036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094476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단계별 결과를 캡처하여 순서에 맞게 붙여넣으시오.  </a:t>
            </a:r>
            <a:r>
              <a:rPr lang="ko-KR" alt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캡쳐이미지는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네모 상자에 튀어나와도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상자 크기를 조절해도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C062A4D-F325-42D5-8EC7-22A1A96BC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864" y="4526280"/>
            <a:ext cx="2109724" cy="450442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D744150-14E3-43AE-8651-EC7C44BE9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165" y="4121916"/>
            <a:ext cx="2199437" cy="1485384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0AA9E525-D904-4297-9126-9B33F35C4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154" y="2128174"/>
            <a:ext cx="2137156" cy="256459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DAB39129-ADD4-43AA-9BEA-7108B385FE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596" y="1923476"/>
            <a:ext cx="2150872" cy="64163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F53703B-DA36-4F30-A4B1-3034EADC2D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503" y="1923476"/>
            <a:ext cx="2139311" cy="6381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7DC4-74AA-514A-14DD-82F96291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C4F579-0BE5-1685-1F87-51B8AD9D25D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C71AAC-4657-E0E0-A9B0-0BB5565B38B4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6C24AA-350D-4ACF-443C-95E9F82BA1A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568DBF-A0E1-28D8-4ACD-A74FC01E4495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A734388-892D-FB3D-EA80-D247B5D93928}"/>
              </a:ext>
            </a:extLst>
          </p:cNvPr>
          <p:cNvSpPr/>
          <p:nvPr/>
        </p:nvSpPr>
        <p:spPr>
          <a:xfrm>
            <a:off x="137159" y="680357"/>
            <a:ext cx="11886111" cy="5217707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2F0BE5C-225C-0784-5028-797F07053AFF}"/>
              </a:ext>
            </a:extLst>
          </p:cNvPr>
          <p:cNvSpPr/>
          <p:nvPr/>
        </p:nvSpPr>
        <p:spPr>
          <a:xfrm>
            <a:off x="274320" y="3337560"/>
            <a:ext cx="11521440" cy="2560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전체 코드를 여기에 붙여넣으시오)</a:t>
            </a:r>
            <a:endParaRPr lang="en-US" sz="14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4EFD3BF-EDE7-76E9-76A8-EB439E9FD565}"/>
              </a:ext>
            </a:extLst>
          </p:cNvPr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319ADAC7-0584-DA6A-A2AB-91093A9A6D80}"/>
              </a:ext>
            </a:extLst>
          </p:cNvPr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코드는 구문 오류(Syntax Error) 없이 실행되어야 합니다.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EE8428C5-73C4-A37A-319D-37D99A3A772F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C1A1688-DFE3-31BD-ADE8-D57BFEF5F1D2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90334E9-3BBC-9557-A47D-E8B9656DA77E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0AA64F1-98E4-47ED-84C7-3CD057F4E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841" y="858208"/>
            <a:ext cx="7300735" cy="493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키 = 140  →  안전 확인 + 롤러코스터 출발  |  [실행예시 2] 키 = 130  →  탑승 불가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 키 = 140  →  탑승 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353312"/>
            <a:ext cx="58064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140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안전 확인 완료: 키가 140cm 이상입니다.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🎢 롤러코스터가 출발합니다! 즐거운 시간 되세요.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1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안전 확인 완료 → 롤러코스터 출발)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2]  키 = 130  →  탑승 불가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353312"/>
            <a:ext cx="58064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130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탑승 불가: 키가 너무 작습니다.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53912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2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탑승 불가 출력)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975B877-6E9F-4712-9267-AF7057F5D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1" y="3695638"/>
            <a:ext cx="5806440" cy="80925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6C91DE19-CF09-4A3E-A603-748FC1B04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248" y="3775038"/>
            <a:ext cx="5763768" cy="6504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695</Words>
  <Application>Microsoft Office PowerPoint</Application>
  <PresentationFormat>와이드스크린</PresentationFormat>
  <Paragraphs>80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02_응용SW기초기술활용</dc:title>
  <dc:subject>PptxGenJS Presentation</dc:subject>
  <dc:creator>PptxGenJS</dc:creator>
  <cp:lastModifiedBy>FullName</cp:lastModifiedBy>
  <cp:revision>16</cp:revision>
  <dcterms:created xsi:type="dcterms:W3CDTF">2026-03-10T16:20:31Z</dcterms:created>
  <dcterms:modified xsi:type="dcterms:W3CDTF">2026-05-21T01:05:11Z</dcterms:modified>
</cp:coreProperties>
</file>