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2026-09-07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16_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통합구현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통합구현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2001020206_23v6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64</Words>
  <Application>Microsoft Office PowerPoint</Application>
  <PresentationFormat>와이드스크린</PresentationFormat>
  <Paragraphs>10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28</cp:revision>
  <dcterms:created xsi:type="dcterms:W3CDTF">2026-03-10T17:23:29Z</dcterms:created>
  <dcterms:modified xsi:type="dcterms:W3CDTF">2026-09-07T01:09:35Z</dcterms:modified>
</cp:coreProperties>
</file>