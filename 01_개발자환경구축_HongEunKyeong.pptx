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r>
              <a:rPr lang="ko-KR" alt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2026. 05. 14. </a:t>
            </a:r>
            <a:r>
              <a:rPr lang="ko-KR" alt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ko-KR" alt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hongeunkyoung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3" name="내용 개체 틀 4">
            <a:extLst>
              <a:ext uri="{FF2B5EF4-FFF2-40B4-BE49-F238E27FC236}">
                <a16:creationId xmlns:a16="http://schemas.microsoft.com/office/drawing/2014/main" id="{E4027538-7453-4F34-B737-3E2108C491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777"/>
          <a:stretch/>
        </p:blipFill>
        <p:spPr>
          <a:xfrm>
            <a:off x="625303" y="1508443"/>
            <a:ext cx="2864193" cy="581025"/>
          </a:xfrm>
          <a:prstGeom prst="rect">
            <a:avLst/>
          </a:prstGeom>
        </p:spPr>
      </p:pic>
      <p:pic>
        <p:nvPicPr>
          <p:cNvPr id="24" name="내용 개체 틀 4">
            <a:extLst>
              <a:ext uri="{FF2B5EF4-FFF2-40B4-BE49-F238E27FC236}">
                <a16:creationId xmlns:a16="http://schemas.microsoft.com/office/drawing/2014/main" id="{465F1922-8845-4E2F-99F8-E31F9BA5C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099" y="1643543"/>
            <a:ext cx="2714625" cy="381000"/>
          </a:xfrm>
          <a:prstGeom prst="rect">
            <a:avLst/>
          </a:prstGeom>
        </p:spPr>
      </p:pic>
      <p:pic>
        <p:nvPicPr>
          <p:cNvPr id="25" name="내용 개체 틀 3">
            <a:extLst>
              <a:ext uri="{FF2B5EF4-FFF2-40B4-BE49-F238E27FC236}">
                <a16:creationId xmlns:a16="http://schemas.microsoft.com/office/drawing/2014/main" id="{382607A8-0379-4FDC-9761-97E5AC1C2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1430786"/>
            <a:ext cx="2647950" cy="7143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CE94742-A46A-4AF4-8E7B-427A17C4B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947511"/>
            <a:ext cx="3395043" cy="146589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D3D56AF-F186-47EC-AEDA-2C5E2B3DBD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842743"/>
            <a:ext cx="1881651" cy="16634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F4D177E-44D8-4681-B9FC-1552AABED7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7133" y="2834640"/>
            <a:ext cx="1873525" cy="16562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B33238-A6C8-46E3-B696-9670E8F03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957" y="1623060"/>
            <a:ext cx="2676525" cy="4572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50A96D5-E82F-48D9-A513-2B495B48A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60" y="1711355"/>
            <a:ext cx="3415356" cy="36890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63B1BCA-A424-44A6-A46C-24EB2356D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062" y="3412490"/>
            <a:ext cx="2505075" cy="51435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AD5C36C-AA1D-45E9-AAE5-1A0ACBA85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698" y="2833120"/>
            <a:ext cx="3346523" cy="166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08E6BD5-9BBF-483C-A797-8298DC1D9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370648"/>
            <a:ext cx="3371850" cy="96202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399D3A9-5D90-4041-8870-D7A1226FA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835" y="1571625"/>
            <a:ext cx="3819525" cy="78105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7239C06-7D48-48B8-9DDB-5AF411FDB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725" y="1652587"/>
            <a:ext cx="3381375" cy="58102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C98D8CC-4DE4-4DAD-8326-CEAFBED803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252881"/>
            <a:ext cx="3749040" cy="79747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01B7E0C-2138-4424-8476-737B026B9B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893" y="2798206"/>
            <a:ext cx="2392105" cy="19473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D659F36E-5C19-41B9-A98F-6B9184263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09682"/>
            <a:ext cx="2139696" cy="31489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29BD801-71F4-4183-833B-83B5CB0D7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39" y="2675952"/>
            <a:ext cx="2276666" cy="23536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19497E02-D427-48D8-BE95-DB5F074F1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947" y="2255106"/>
            <a:ext cx="2194560" cy="32350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658238E-7720-4097-89E7-0577650B6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2549566" y="2119867"/>
            <a:ext cx="2139696" cy="157081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C5EF302-AE80-4350-91F3-B3E8E86E4C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7563" y="1675051"/>
            <a:ext cx="1992106" cy="883569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1F7CD2E-484F-4047-AAA4-B76907C9EE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8603" y="3264408"/>
            <a:ext cx="2151369" cy="133502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A89CD058-41A0-414F-8B92-2534D7B508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3641" y="1408176"/>
            <a:ext cx="1918222" cy="16544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CA86C3B-B009-42FB-8F96-4E188DFD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98" y="4932680"/>
            <a:ext cx="2476123" cy="121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543</Words>
  <Application>Microsoft Office PowerPoint</Application>
  <PresentationFormat>사용자 지정</PresentationFormat>
  <Paragraphs>77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17</cp:revision>
  <dcterms:created xsi:type="dcterms:W3CDTF">2026-03-03T01:32:21Z</dcterms:created>
  <dcterms:modified xsi:type="dcterms:W3CDTF">2026-05-14T01:35:06Z</dcterms:modified>
</cp:coreProperties>
</file>