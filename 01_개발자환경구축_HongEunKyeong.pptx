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3" r:id="rId4"/>
    <p:sldId id="259" r:id="rId5"/>
    <p:sldId id="260" r:id="rId6"/>
    <p:sldId id="261" r:id="rId7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1849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B9E42-5D2E-C11C-2ABD-D795D8A08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34252-B91F-A59E-CC2D-E89865F3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DE3E4-6169-870E-C6F4-DC17B44AF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21998-0633-9469-58FC-EC126FA5AC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649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118872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chemeClr val="bg1"/>
                </a:solidFill>
              </a:rPr>
              <a:t>개발자 환경 구축</a:t>
            </a:r>
            <a:endParaRPr lang="en-US" sz="3000" b="1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부</a:t>
            </a:r>
            <a:r>
              <a:rPr 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평 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74320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환경 구축 (2001020233_23v5</a:t>
            </a:r>
            <a:r>
              <a:rPr lang="en-US" altLang="ko-KR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127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방법: GitHub Repository → 본인 Branch Push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: </a:t>
            </a:r>
            <a:r>
              <a:rPr lang="ko-KR" alt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홍은경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19520" y="373888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Text 12"/>
          <p:cNvSpPr/>
          <p:nvPr/>
        </p:nvSpPr>
        <p:spPr>
          <a:xfrm>
            <a:off x="6456680" y="373888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: 2026. 05. 14. </a:t>
            </a:r>
            <a:r>
              <a:rPr lang="ko-KR" alt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89120"/>
            <a:ext cx="11165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" name="Text 14"/>
          <p:cNvSpPr/>
          <p:nvPr/>
        </p:nvSpPr>
        <p:spPr>
          <a:xfrm>
            <a:off x="685800" y="438912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Branch 이름 (영문) : </a:t>
            </a:r>
            <a:r>
              <a:rPr 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HongEunKyeong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18388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23" name="내용 개체 틀 4">
            <a:extLst>
              <a:ext uri="{FF2B5EF4-FFF2-40B4-BE49-F238E27FC236}">
                <a16:creationId xmlns:a16="http://schemas.microsoft.com/office/drawing/2014/main" id="{E4027538-7453-4F34-B737-3E2108C491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8777"/>
          <a:stretch/>
        </p:blipFill>
        <p:spPr>
          <a:xfrm>
            <a:off x="625303" y="1508443"/>
            <a:ext cx="2864193" cy="581025"/>
          </a:xfrm>
          <a:prstGeom prst="rect">
            <a:avLst/>
          </a:prstGeom>
        </p:spPr>
      </p:pic>
      <p:pic>
        <p:nvPicPr>
          <p:cNvPr id="24" name="내용 개체 틀 4">
            <a:extLst>
              <a:ext uri="{FF2B5EF4-FFF2-40B4-BE49-F238E27FC236}">
                <a16:creationId xmlns:a16="http://schemas.microsoft.com/office/drawing/2014/main" id="{465F1922-8845-4E2F-99F8-E31F9BA5C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099" y="1643543"/>
            <a:ext cx="2714625" cy="381000"/>
          </a:xfrm>
          <a:prstGeom prst="rect">
            <a:avLst/>
          </a:prstGeom>
        </p:spPr>
      </p:pic>
      <p:pic>
        <p:nvPicPr>
          <p:cNvPr id="25" name="내용 개체 틀 3">
            <a:extLst>
              <a:ext uri="{FF2B5EF4-FFF2-40B4-BE49-F238E27FC236}">
                <a16:creationId xmlns:a16="http://schemas.microsoft.com/office/drawing/2014/main" id="{382607A8-0379-4FDC-9761-97E5AC1C23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2050" y="1430786"/>
            <a:ext cx="2647950" cy="71437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CE94742-A46A-4AF4-8E7B-427A17C4BC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2947511"/>
            <a:ext cx="3395043" cy="146589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D3D56AF-F186-47EC-AEDA-2C5E2B3DBD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2842743"/>
            <a:ext cx="1881651" cy="1663403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F4D177E-44D8-4681-B9FC-1552AABED7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7133" y="2834640"/>
            <a:ext cx="1873525" cy="165620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5FB6D-F008-445F-0412-58D8AA68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78C529-ED0F-9C66-1D43-4ABFF6EEDFF3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AE9346-5517-8F25-6D88-BD0B2035D81B}"/>
              </a:ext>
            </a:extLst>
          </p:cNvPr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63F7D7-57FD-6A58-4DC3-F4BDA715E74B}"/>
              </a:ext>
            </a:extLst>
          </p:cNvPr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5297367-74A5-4A80-E65E-0CBE7914FF5A}"/>
              </a:ext>
            </a:extLst>
          </p:cNvPr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48CEACC-46BF-53A2-4084-216855766112}"/>
              </a:ext>
            </a:extLst>
          </p:cNvPr>
          <p:cNvSpPr/>
          <p:nvPr/>
        </p:nvSpPr>
        <p:spPr>
          <a:xfrm>
            <a:off x="21183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F8014C6-2766-4771-E58F-B9DA3170FDF3}"/>
              </a:ext>
            </a:extLst>
          </p:cNvPr>
          <p:cNvSpPr/>
          <p:nvPr/>
        </p:nvSpPr>
        <p:spPr>
          <a:xfrm>
            <a:off x="61417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E533A7F-6672-0AAA-876B-9696F9DA2BC2}"/>
              </a:ext>
            </a:extLst>
          </p:cNvPr>
          <p:cNvSpPr/>
          <p:nvPr/>
        </p:nvSpPr>
        <p:spPr>
          <a:xfrm>
            <a:off x="21183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229B521-F55C-E8C8-AA54-AB92DC4D27D6}"/>
              </a:ext>
            </a:extLst>
          </p:cNvPr>
          <p:cNvSpPr/>
          <p:nvPr/>
        </p:nvSpPr>
        <p:spPr>
          <a:xfrm>
            <a:off x="61417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487CAAD-B1B6-E320-143E-537C2E4BD083}"/>
              </a:ext>
            </a:extLst>
          </p:cNvPr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D56D9B1-AB5C-7289-D9B4-79094D1F09B9}"/>
              </a:ext>
            </a:extLst>
          </p:cNvPr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3166C5E-3F5A-578E-5610-2994418E4808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6B4F4E3-6AE5-5773-A19F-25F3A18488B0}"/>
              </a:ext>
            </a:extLst>
          </p:cNvPr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741B62-61D4-A433-84CB-E24B13F45574}"/>
              </a:ext>
            </a:extLst>
          </p:cNvPr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7B33238-A6C8-46E3-B696-9670E8F03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6957" y="1623060"/>
            <a:ext cx="2676525" cy="4572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D50A96D5-E82F-48D9-A513-2B495B48AA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60" y="1711355"/>
            <a:ext cx="3415356" cy="36890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863B1BCA-A424-44A6-A46C-24EB2356D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6062" y="3412490"/>
            <a:ext cx="2505075" cy="51435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0AD5C36C-AA1D-45E9-AAE5-1A0ACBA858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8698" y="2833120"/>
            <a:ext cx="3346523" cy="1666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98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🐧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2. Linux 명령어 실행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Colab 또는 WSL 사용  |  Colab은 명령어 앞에 ! 붙이기  예) !pwd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" y="4663440"/>
            <a:ext cx="11795760" cy="411480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274320" y="46634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Google Colab 사용 시: !pwd, !</a:t>
            </a:r>
            <a:r>
              <a:rPr lang="en-US" sz="1100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mkdir</a:t>
            </a: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등 명령어 앞에 ! 를 붙이세요.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9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08E6BD5-9BBF-483C-A797-8298DC1D9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370648"/>
            <a:ext cx="3371850" cy="96202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399D3A9-5D90-4041-8870-D7A1226FA6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4835" y="1571625"/>
            <a:ext cx="3819525" cy="78105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87239C06-7D48-48B8-9DDB-5AF411FDB7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3725" y="1652587"/>
            <a:ext cx="3381375" cy="581025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9C98D8CC-4DE4-4DAD-8326-CEAFBED803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3252881"/>
            <a:ext cx="3749040" cy="79747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301B7E0C-2138-4424-8476-737B026B9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7893" y="2798206"/>
            <a:ext cx="2392105" cy="19473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🐍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3. 파이썬 개발환경 구축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구축 과정의 결과를 캡처하여 순서대로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10312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Python 버전 확인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288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78024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78024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551176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가상환경 생성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23744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8888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17"/>
          <p:cNvSpPr/>
          <p:nvPr/>
        </p:nvSpPr>
        <p:spPr>
          <a:xfrm>
            <a:off x="4818888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892040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가상환경 활성화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6460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59752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159752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232904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VS Code + Python 확장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05472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00616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29"/>
          <p:cNvSpPr/>
          <p:nvPr/>
        </p:nvSpPr>
        <p:spPr>
          <a:xfrm>
            <a:off x="9500616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9573768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hello_exam.py 실행 결과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46336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" y="3291840"/>
            <a:ext cx="11795760" cy="128016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274320" y="3291840"/>
            <a:ext cx="11612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최종 실행 결과 전체 화면 캡처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(VS Code 터미널에서 hello_exam.py 실행 → Hello, Exam! 출력 확인)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37160" y="4709160"/>
            <a:ext cx="11795760" cy="384048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74320" y="4709160"/>
            <a:ext cx="1152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가상환경 활성화 후 터미널 앞에 (exam_env) 표시 여부를 반드시 확인하고 캡처하세요.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900" dirty="0"/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D659F36E-5C19-41B9-A98F-6B9184263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2009682"/>
            <a:ext cx="2139696" cy="314892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329BD801-71F4-4183-833B-83B5CB0D78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639" y="2675952"/>
            <a:ext cx="2276666" cy="23536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19497E02-D427-48D8-BE95-DB5F074F1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947" y="2255106"/>
            <a:ext cx="2194560" cy="32350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2658238E-7720-4097-89E7-0577650B61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2549566" y="2119867"/>
            <a:ext cx="2139696" cy="157081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C5EF302-AE80-4350-91F3-B3E8E86E4C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7563" y="1675051"/>
            <a:ext cx="1992106" cy="883569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B1F7CD2E-484F-4047-AAA4-B76907C9EE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8603" y="3264408"/>
            <a:ext cx="2151369" cy="1335024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A89CD058-41A0-414F-8B92-2534D7B508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3641" y="1408176"/>
            <a:ext cx="1918222" cy="165446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📦 제출 방법 — GitHub Branch Push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PPT 파일을 아래 절차에 따라 GitHub에 Push하시오.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60704"/>
            <a:ext cx="11713464" cy="276352"/>
          </a:xfrm>
          <a:prstGeom prst="rect">
            <a:avLst/>
          </a:prstGeom>
          <a:solidFill>
            <a:srgbClr val="EBF3FB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0040" y="1010920"/>
            <a:ext cx="11521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Repository URL :  </a:t>
            </a:r>
            <a:r>
              <a:rPr lang="en-US" altLang="ko-KR" sz="1300" b="1" dirty="0">
                <a:solidFill>
                  <a:srgbClr val="1F3864"/>
                </a:solidFill>
                <a:latin typeface="Consolas" pitchFamily="34" charset="0"/>
              </a:rPr>
              <a:t>https://github.com/seokssaem/bigdata-2026.git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37160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28600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Repository Clone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56032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</a:t>
            </a:r>
            <a:r>
              <a:rPr lang="en-US" altLang="ko-KR" sz="1000" dirty="0">
                <a:solidFill>
                  <a:srgbClr val="333333"/>
                </a:solidFill>
                <a:latin typeface="Consolas" pitchFamily="34" charset="0"/>
              </a:rPr>
              <a:t>https://github.com/seokssaem/bigdata-2026.git</a:t>
            </a:r>
          </a:p>
        </p:txBody>
      </p:sp>
      <p:sp>
        <p:nvSpPr>
          <p:cNvPr id="13" name="Shape 11"/>
          <p:cNvSpPr/>
          <p:nvPr/>
        </p:nvSpPr>
        <p:spPr>
          <a:xfrm>
            <a:off x="4096512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096512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87952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Branch 생성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87952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215384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 HongGilDong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87952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이름(영문)으로 Branch 생성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55864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055864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147304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Branch 이동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47304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174736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HongGilDong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47304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생성한 Branch로 이동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37160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37160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28600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파일 추가 &amp; Stage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8600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56032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28600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PPT 파일을 폴더에 복사 후 실행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96512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096512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187952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Commit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187952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215384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"HongGilDong"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87952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Commit Message = 본인 이름(영문)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55864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055864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8147304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 Push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47304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174736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HongGilDong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147304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Branch로 Push 완료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" y="4187952"/>
            <a:ext cx="11795760" cy="640080"/>
          </a:xfrm>
          <a:prstGeom prst="rect">
            <a:avLst/>
          </a:prstGeom>
          <a:solidFill>
            <a:srgbClr val="FFF9C4"/>
          </a:solidFill>
          <a:ln w="1905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82880" y="4187952"/>
            <a:ext cx="11612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 Branch 이름 = Commit Message = 본인 이름(영문)  으로 반드시 통일  |  업로드 파일명</a:t>
            </a:r>
            <a:r>
              <a:rPr lang="en-US" sz="1200" b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0</a:t>
            </a:r>
            <a:r>
              <a:rPr lang="en-US" altLang="ko-KR" sz="1200" b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1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개발자환경구축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이름</a:t>
            </a:r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_.pptx</a:t>
            </a:r>
          </a:p>
        </p:txBody>
      </p:sp>
      <p:sp>
        <p:nvSpPr>
          <p:cNvPr id="45" name="Shape 43"/>
          <p:cNvSpPr/>
          <p:nvPr/>
        </p:nvSpPr>
        <p:spPr>
          <a:xfrm>
            <a:off x="137160" y="4937760"/>
            <a:ext cx="11795760" cy="12344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274320" y="4937760"/>
            <a:ext cx="116128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GitHub Repository 화면 캡처 (본인 Branch와 파일 업로드 완료 화면)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Branch 클릭 → 업로드된 PPT 파일 확인 화면을 캡처하여 이 자리에 붙여넣으시오.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9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2CA86C3B-B009-42FB-8F96-4E188DFD8C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598" y="4932680"/>
            <a:ext cx="2476123" cy="121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543</Words>
  <Application>Microsoft Office PowerPoint</Application>
  <PresentationFormat>사용자 지정</PresentationFormat>
  <Paragraphs>77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FullName</cp:lastModifiedBy>
  <cp:revision>18</cp:revision>
  <dcterms:created xsi:type="dcterms:W3CDTF">2026-03-03T01:32:21Z</dcterms:created>
  <dcterms:modified xsi:type="dcterms:W3CDTF">2026-05-14T01:40:26Z</dcterms:modified>
</cp:coreProperties>
</file>