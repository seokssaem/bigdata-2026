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7" r:id="rId12"/>
    <p:sldId id="25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887975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빅데이터저장시스템개발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10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0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models.py, database.py, loader.py, verify.py, pipeline.py, README.md(ERD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포함하면 추가 점수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38137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0F9E10-E6AD-4367-89DE-04B17822D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341" y="0"/>
            <a:ext cx="5882980" cy="609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6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0C07443-A3AF-4D5F-B557-8105A3DC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154" y="72174"/>
            <a:ext cx="5677692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8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DF631A-2A4B-4F6A-AC8E-D12B46779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9" y="1838103"/>
            <a:ext cx="5668166" cy="31817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38F8FF-9100-4E98-A6BB-EFE1F4F62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796" y="358392"/>
            <a:ext cx="6268325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1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5F8EBB-F39C-4376-BC52-368A27C9A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42" y="177235"/>
            <a:ext cx="5949892" cy="62822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A76CD5-68CE-4AD2-AB22-5F92355D41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8"/>
          <a:stretch/>
        </p:blipFill>
        <p:spPr>
          <a:xfrm>
            <a:off x="6295417" y="964597"/>
            <a:ext cx="5750475" cy="409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E7B7DC-235D-4A4C-99DA-792AB784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9" y="880707"/>
            <a:ext cx="7706801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17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37E316-61C8-4927-9A64-F2FD93359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8970"/>
            <a:ext cx="12192000" cy="404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71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29534C-C00C-459B-BC2C-44BFA3FC5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59" y="1214128"/>
            <a:ext cx="5782482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5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9C5394-7B48-4EDE-859D-87A6C0432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49" y="1423707"/>
            <a:ext cx="4848902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9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3AFAA55-AD68-41F0-9D62-118BFF1E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047" y="1223654"/>
            <a:ext cx="7201905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74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30D658-54E8-4E2B-A6E8-B134B5DB7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9855"/>
            <a:ext cx="12192000" cy="487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1E57BB-EDFE-406D-9AF5-9A5078184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515"/>
            <a:ext cx="12192000" cy="491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109</Words>
  <Application>Microsoft Office PowerPoint</Application>
  <PresentationFormat>와이드스크린</PresentationFormat>
  <Paragraphs>11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23</cp:revision>
  <dcterms:created xsi:type="dcterms:W3CDTF">2026-03-10T17:23:29Z</dcterms:created>
  <dcterms:modified xsi:type="dcterms:W3CDTF">2026-07-10T03:23:38Z</dcterms:modified>
</cp:coreProperties>
</file>