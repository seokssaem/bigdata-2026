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8A600-1F61-4E7F-31E1-C0E6D367FB21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98EE10-F3D4-2D3B-6D77-8066A8B09DC9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8C5B5D9F-F108-E778-793A-31A4C2794E59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F5A431D1-E471-3192-F561-199972BB3B18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UI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04D5E6D-34F4-78EB-829B-1AA3758D374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  (비 NCS)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  (비NCS  |  포트폴리오 100점)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분석 플랫폼 UI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18B1E0-B717-43B7-BE89-2908CE327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532980"/>
            <a:ext cx="11366500" cy="324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4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1DEB2C-7B61-46E5-BA6A-1E86E3201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75" y="114300"/>
            <a:ext cx="6097515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C53D06-AAD0-460D-BBA1-D2CE80993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980733"/>
            <a:ext cx="5763429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2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670D93F-F3C6-4EA5-AE4F-9606E361C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35" y="966444"/>
            <a:ext cx="8983329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2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A1BF5D-BC2A-4025-94E5-1F2C5E4E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811" y="2576393"/>
            <a:ext cx="5744377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0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2F264E-7FF0-4752-8A82-B8AC1175F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04" y="0"/>
            <a:ext cx="3754437" cy="635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AF282B-2563-47DA-ABCE-B7800518D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175" y="155153"/>
            <a:ext cx="4648849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9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723BE5-994D-4C95-9470-27A2066F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98" y="114300"/>
            <a:ext cx="2821644" cy="6413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BD142A6-8CEE-4D5D-B619-902CCC3E0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497" y="933101"/>
            <a:ext cx="3439005" cy="49917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41A546-5B88-42EE-8983-B33576943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639" y="439335"/>
            <a:ext cx="3372321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2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4A42AC-93F7-4029-9C4C-3F2F90D88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41" y="127000"/>
            <a:ext cx="3168287" cy="6375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03B87AF-41BD-43B1-822F-E62DDA127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523" y="1409418"/>
            <a:ext cx="3600953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78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1D0F00-B481-4E11-AE54-D8F70205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7" y="190048"/>
            <a:ext cx="4525006" cy="64779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32732DD-6AC8-45CB-AF2E-97BFE9AA3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83" y="381452"/>
            <a:ext cx="4467874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30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115</Words>
  <Application>Microsoft Office PowerPoint</Application>
  <PresentationFormat>와이드스크린</PresentationFormat>
  <Paragraphs>11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13</cp:revision>
  <dcterms:created xsi:type="dcterms:W3CDTF">2026-03-10T17:23:29Z</dcterms:created>
  <dcterms:modified xsi:type="dcterms:W3CDTF">2026-06-26T05:13:55Z</dcterms:modified>
</cp:coreProperties>
</file>