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2026-05-14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0261BD2-E56A-4029-B8C9-55630FA43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59104"/>
            <a:ext cx="3840479" cy="169089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0851730-615A-4743-A0EC-DE5D32DA4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98955"/>
            <a:ext cx="3657600" cy="84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C3E151C8-3C64-4182-87BC-A2932B575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005841"/>
            <a:ext cx="3840479" cy="1605656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9F3ADD5-E1AC-4D04-9F7A-0A0F078AC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65" y="2784246"/>
            <a:ext cx="3840479" cy="17660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F65F8A-1779-48EC-A1EC-C6120757D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1010602"/>
            <a:ext cx="3840479" cy="16888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38517E0-534E-4314-9A81-A77D49F49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1" y="1010603"/>
            <a:ext cx="3837304" cy="17236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53791AC-B494-45AB-B47C-84B702085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05" y="2812416"/>
            <a:ext cx="3823334" cy="177258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0227050-2A92-4D47-894E-63D75B00D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975" y="2847123"/>
            <a:ext cx="3840480" cy="16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1BB72B71-2A60-425F-8F2D-664C31644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432578"/>
            <a:ext cx="2286000" cy="148435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C6CC8962-96B2-4359-85DB-061C7D6C9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518" y="1568196"/>
            <a:ext cx="2330219" cy="141732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CCF8353B-0D10-4894-BA19-4D23EFA50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3" y="1844058"/>
            <a:ext cx="2155918" cy="131062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2E715EE-B4BA-4B74-9F34-DD25B6497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004" y="1444752"/>
            <a:ext cx="2139697" cy="144841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2658CAF-CD95-42BB-BB22-FFF48D943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18" y="3279666"/>
            <a:ext cx="9801098" cy="1385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702372C-E9CD-4B8C-99C3-429DEEC7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4994021"/>
            <a:ext cx="8420100" cy="1200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579</Words>
  <Application>Microsoft Office PowerPoint</Application>
  <PresentationFormat>사용자 지정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18</cp:revision>
  <dcterms:created xsi:type="dcterms:W3CDTF">2026-03-03T01:32:21Z</dcterms:created>
  <dcterms:modified xsi:type="dcterms:W3CDTF">2026-05-14T01:55:33Z</dcterms:modified>
</cp:coreProperties>
</file>