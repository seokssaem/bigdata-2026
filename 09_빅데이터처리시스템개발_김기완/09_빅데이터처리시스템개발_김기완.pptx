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9" r:id="rId5"/>
    <p:sldId id="260" r:id="rId6"/>
    <p:sldId id="262" r:id="rId7"/>
    <p:sldId id="261" r:id="rId8"/>
    <p:sldId id="258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빅데이터처리시스템개발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_이름.pptx(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config.py, database.py, batch_processor.py, event_processor.py, pipeline.py, README.md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verify-processing.py(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선택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있으면 가산점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53C1E-96F2-4EA6-8F91-2F313DD577F1}"/>
              </a:ext>
            </a:extLst>
          </p:cNvPr>
          <p:cNvSpPr txBox="1"/>
          <p:nvPr/>
        </p:nvSpPr>
        <p:spPr>
          <a:xfrm>
            <a:off x="5041784" y="251562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입력 데이터 소개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DFBE00-E85A-489F-9810-9682568A6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85" y="1568555"/>
            <a:ext cx="9437615" cy="4899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716559-B6C6-40A4-B951-2B3C6D1C5A68}"/>
              </a:ext>
            </a:extLst>
          </p:cNvPr>
          <p:cNvSpPr txBox="1"/>
          <p:nvPr/>
        </p:nvSpPr>
        <p:spPr>
          <a:xfrm>
            <a:off x="3162649" y="620894"/>
            <a:ext cx="5532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주요 컬럼</a:t>
            </a:r>
            <a:r>
              <a:rPr lang="en-US" altLang="ko-KR" dirty="0"/>
              <a:t>: </a:t>
            </a:r>
            <a:r>
              <a:rPr lang="ko-KR" altLang="en-US" dirty="0"/>
              <a:t>공항코드</a:t>
            </a:r>
            <a:r>
              <a:rPr lang="en-US" altLang="ko-KR" dirty="0"/>
              <a:t>, </a:t>
            </a:r>
            <a:r>
              <a:rPr lang="ko-KR" altLang="en-US" dirty="0"/>
              <a:t>수집시간</a:t>
            </a:r>
            <a:r>
              <a:rPr lang="en-US" altLang="ko-KR" dirty="0"/>
              <a:t>, </a:t>
            </a:r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혼잡도</a:t>
            </a:r>
            <a:r>
              <a:rPr lang="en-US" altLang="ko-KR" dirty="0"/>
              <a:t>, </a:t>
            </a:r>
            <a:r>
              <a:rPr lang="ko-KR" altLang="en-US" dirty="0"/>
              <a:t>혼잡여부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EC0E3-FA81-40EC-BDF0-497E58C3C8EC}"/>
              </a:ext>
            </a:extLst>
          </p:cNvPr>
          <p:cNvSpPr txBox="1"/>
          <p:nvPr/>
        </p:nvSpPr>
        <p:spPr>
          <a:xfrm>
            <a:off x="5041784" y="1014960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전체 건수</a:t>
            </a:r>
            <a:r>
              <a:rPr lang="en-US" altLang="ko-KR" dirty="0"/>
              <a:t>: 5</a:t>
            </a:r>
            <a:r>
              <a:rPr lang="ko-KR" altLang="en-US" dirty="0"/>
              <a:t>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61AC0C-BB42-4D4B-99AB-3DBCDBB678C8}"/>
              </a:ext>
            </a:extLst>
          </p:cNvPr>
          <p:cNvSpPr txBox="1"/>
          <p:nvPr/>
        </p:nvSpPr>
        <p:spPr>
          <a:xfrm>
            <a:off x="5167618" y="151002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배치 처리 설계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BF018F-0EF9-4D0A-A277-F5FE479EB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053" y="1493376"/>
            <a:ext cx="6544588" cy="3686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E620D3-2716-404E-9D7A-D04758DB6EBB}"/>
              </a:ext>
            </a:extLst>
          </p:cNvPr>
          <p:cNvSpPr txBox="1"/>
          <p:nvPr/>
        </p:nvSpPr>
        <p:spPr>
          <a:xfrm>
            <a:off x="5167618" y="675165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혼잡 여부 기준</a:t>
            </a:r>
          </a:p>
        </p:txBody>
      </p:sp>
    </p:spTree>
    <p:extLst>
      <p:ext uri="{BB962C8B-B14F-4D97-AF65-F5344CB8AC3E}">
        <p14:creationId xmlns:p14="http://schemas.microsoft.com/office/powerpoint/2010/main" val="43797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EAC33-0BCB-4A32-82C5-CF13ED8E02AC}"/>
              </a:ext>
            </a:extLst>
          </p:cNvPr>
          <p:cNvSpPr txBox="1"/>
          <p:nvPr/>
        </p:nvSpPr>
        <p:spPr>
          <a:xfrm>
            <a:off x="4756558" y="192947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이벤트 처리 설계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9637D-B69B-4240-8609-CC59799A37A7}"/>
              </a:ext>
            </a:extLst>
          </p:cNvPr>
          <p:cNvSpPr txBox="1"/>
          <p:nvPr/>
        </p:nvSpPr>
        <p:spPr>
          <a:xfrm>
            <a:off x="5013839" y="555613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전체 혼잡도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E989A-958F-47D7-B31F-5117AEA6A8B6}"/>
              </a:ext>
            </a:extLst>
          </p:cNvPr>
          <p:cNvSpPr txBox="1"/>
          <p:nvPr/>
        </p:nvSpPr>
        <p:spPr>
          <a:xfrm>
            <a:off x="4513277" y="936672"/>
            <a:ext cx="282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기준값</a:t>
            </a:r>
            <a:r>
              <a:rPr lang="en-US" altLang="ko-KR" dirty="0"/>
              <a:t>: </a:t>
            </a:r>
            <a:r>
              <a:rPr lang="ko-KR" altLang="en-US" dirty="0"/>
              <a:t>전체 혼잡도 </a:t>
            </a:r>
            <a:r>
              <a:rPr lang="en-US" altLang="ko-KR" dirty="0"/>
              <a:t>&gt;= 2.0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1B760B-A9BE-40CB-A788-E99F6D44F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1852392"/>
            <a:ext cx="8783276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22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490B2E4-3402-4232-8572-ED51BF7B7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681"/>
            <a:ext cx="8122418" cy="533539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0BE5A2D-3209-4994-B036-E7EFA6A7A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519" y="2688774"/>
            <a:ext cx="4877481" cy="9907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21E0FF3-14EA-4AA8-9A42-C361DCC2C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247" y="3673857"/>
            <a:ext cx="6486246" cy="28192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9D3F06-0785-4780-8C52-52711DCB5EC5}"/>
              </a:ext>
            </a:extLst>
          </p:cNvPr>
          <p:cNvSpPr txBox="1"/>
          <p:nvPr/>
        </p:nvSpPr>
        <p:spPr>
          <a:xfrm>
            <a:off x="5192785" y="295808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배치 처리 코드</a:t>
            </a:r>
            <a:r>
              <a:rPr lang="en-US" altLang="ko-KR" dirty="0"/>
              <a:t>, </a:t>
            </a:r>
            <a:r>
              <a:rPr lang="ko-KR" altLang="en-US" dirty="0"/>
              <a:t>실행 결과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86141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D0A0690-9C84-4E69-981A-01D2DC045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7" y="-61212"/>
            <a:ext cx="6897063" cy="32847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C39C503-4E82-4BEC-AB20-7437A087F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3500"/>
            <a:ext cx="6878010" cy="36345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198B2B0-3992-42ED-8F4C-E6D703CD6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900" y="3186406"/>
            <a:ext cx="3858163" cy="7144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ED0DC9-2138-4F18-BD1E-7BC054AE0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847" y="3900881"/>
            <a:ext cx="5336727" cy="25656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678AE6-8796-4969-AA07-0D1E39142177}"/>
              </a:ext>
            </a:extLst>
          </p:cNvPr>
          <p:cNvSpPr txBox="1"/>
          <p:nvPr/>
        </p:nvSpPr>
        <p:spPr>
          <a:xfrm>
            <a:off x="7724689" y="1555977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이벤트 처리 코드</a:t>
            </a:r>
            <a:r>
              <a:rPr lang="en-US" altLang="ko-KR" dirty="0"/>
              <a:t>, </a:t>
            </a:r>
            <a:r>
              <a:rPr lang="ko-KR" altLang="en-US" dirty="0"/>
              <a:t>실행 결과</a:t>
            </a:r>
          </a:p>
        </p:txBody>
      </p:sp>
    </p:spTree>
    <p:extLst>
      <p:ext uri="{BB962C8B-B14F-4D97-AF65-F5344CB8AC3E}">
        <p14:creationId xmlns:p14="http://schemas.microsoft.com/office/powerpoint/2010/main" val="3805785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3B1064-D154-4479-B33E-1B1F6AF96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885" y="838257"/>
            <a:ext cx="7640116" cy="4191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82058E-A8E7-443E-80B9-941B21CDCDFE}"/>
              </a:ext>
            </a:extLst>
          </p:cNvPr>
          <p:cNvSpPr txBox="1"/>
          <p:nvPr/>
        </p:nvSpPr>
        <p:spPr>
          <a:xfrm>
            <a:off x="4446165" y="175419"/>
            <a:ext cx="2105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191919"/>
                </a:solidFill>
                <a:effectLst/>
                <a:latin typeface="ChosunGu"/>
              </a:rPr>
              <a:t>verify_processing.py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83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EEBD4-B609-4308-94C5-35F8C5BCEBA6}"/>
              </a:ext>
            </a:extLst>
          </p:cNvPr>
          <p:cNvSpPr txBox="1"/>
          <p:nvPr/>
        </p:nvSpPr>
        <p:spPr>
          <a:xfrm>
            <a:off x="5272670" y="1677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2535B8-81D0-4690-B1B3-43EEA7A76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45" y="532996"/>
            <a:ext cx="4610743" cy="289600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6E1CB6-4248-47CE-806E-EAB7C8235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37" y="3429000"/>
            <a:ext cx="6336977" cy="30444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C1B8E85-78A6-4EE7-8287-6FD501923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106" y="532996"/>
            <a:ext cx="5611008" cy="347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99B60-55BE-4241-A2AB-D08A8C534006}"/>
              </a:ext>
            </a:extLst>
          </p:cNvPr>
          <p:cNvSpPr txBox="1"/>
          <p:nvPr/>
        </p:nvSpPr>
        <p:spPr>
          <a:xfrm>
            <a:off x="5593747" y="36907"/>
            <a:ext cx="1004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README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19286F-495B-4F91-81CB-6B5931A3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5" y="473351"/>
            <a:ext cx="12192000" cy="607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34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175</Words>
  <Application>Microsoft Office PowerPoint</Application>
  <PresentationFormat>와이드스크린</PresentationFormat>
  <Paragraphs>25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ChosunGu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31</cp:revision>
  <dcterms:created xsi:type="dcterms:W3CDTF">2026-03-10T17:23:29Z</dcterms:created>
  <dcterms:modified xsi:type="dcterms:W3CDTF">2026-07-20T02:40:14Z</dcterms:modified>
</cp:coreProperties>
</file>