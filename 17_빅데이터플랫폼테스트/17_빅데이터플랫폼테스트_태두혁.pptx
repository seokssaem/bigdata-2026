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90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0E15C9-C01C-40A6-8E85-7B9BE7FE82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58763E4-1ED4-4025-9000-CF84CC4315A7}">
      <dgm:prSet phldrT="[텍스트]" custT="1"/>
      <dgm:spPr/>
      <dgm:t>
        <a:bodyPr/>
        <a:lstStyle/>
        <a:p>
          <a:pPr latinLnBrk="1"/>
          <a:r>
            <a:rPr lang="en-US" altLang="en-US" sz="1800" dirty="0"/>
            <a:t>1. </a:t>
          </a:r>
          <a:r>
            <a:rPr lang="ko-KR" altLang="en-US" sz="1800" dirty="0"/>
            <a:t>소프트웨어 테스트를 수행하는 근본적인 목적을 설명할 수 있다</a:t>
          </a:r>
          <a:r>
            <a:rPr lang="en-US" altLang="en-US" sz="1800" dirty="0"/>
            <a:t>.</a:t>
          </a:r>
          <a:endParaRPr lang="ko-KR" altLang="en-US" sz="1800" dirty="0"/>
        </a:p>
      </dgm:t>
    </dgm:pt>
    <dgm:pt modelId="{770B3FB3-81AB-4064-AA54-F799E183B00B}" type="parTrans" cxnId="{1A6CCD8E-7627-4D12-B2F7-35B3D480C36B}">
      <dgm:prSet/>
      <dgm:spPr/>
      <dgm:t>
        <a:bodyPr/>
        <a:lstStyle/>
        <a:p>
          <a:pPr latinLnBrk="1"/>
          <a:endParaRPr lang="ko-KR" altLang="en-US"/>
        </a:p>
      </dgm:t>
    </dgm:pt>
    <dgm:pt modelId="{6631218E-9887-42FB-9703-04B3F7D7F6D5}" type="sibTrans" cxnId="{1A6CCD8E-7627-4D12-B2F7-35B3D480C36B}">
      <dgm:prSet/>
      <dgm:spPr/>
      <dgm:t>
        <a:bodyPr/>
        <a:lstStyle/>
        <a:p>
          <a:pPr latinLnBrk="1"/>
          <a:endParaRPr lang="ko-KR" altLang="en-US"/>
        </a:p>
      </dgm:t>
    </dgm:pt>
    <dgm:pt modelId="{3A12C3F8-5EBE-4291-BA6D-9552374B1951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사용자가 요구하는 기능을 제대로 </a:t>
          </a:r>
          <a:r>
            <a:rPr lang="ko-KR" altLang="en-US" sz="1400" dirty="0" err="1"/>
            <a:t>수행하는지와</a:t>
          </a:r>
          <a:r>
            <a:rPr lang="ko-KR" altLang="en-US" sz="1400" dirty="0"/>
            <a:t> 성능과 사용성</a:t>
          </a:r>
          <a:r>
            <a:rPr lang="en-US" altLang="ko-KR" sz="1400" dirty="0"/>
            <a:t>, </a:t>
          </a:r>
          <a:r>
            <a:rPr lang="ko-KR" altLang="en-US" sz="1400" dirty="0"/>
            <a:t>안전성 등에 대한 요건을 만족하는지 확인하기 위해 검사하고 평가하기 위해 수행한다</a:t>
          </a:r>
        </a:p>
      </dgm:t>
    </dgm:pt>
    <dgm:pt modelId="{7484DEA6-9A2F-404D-9907-6E93D7564FB0}" type="parTrans" cxnId="{4247CB1A-C337-4E2C-8706-455BB741D518}">
      <dgm:prSet/>
      <dgm:spPr/>
      <dgm:t>
        <a:bodyPr/>
        <a:lstStyle/>
        <a:p>
          <a:pPr latinLnBrk="1"/>
          <a:endParaRPr lang="ko-KR" altLang="en-US"/>
        </a:p>
      </dgm:t>
    </dgm:pt>
    <dgm:pt modelId="{1639D889-68A9-4D6B-AEFC-453441441357}" type="sibTrans" cxnId="{4247CB1A-C337-4E2C-8706-455BB741D518}">
      <dgm:prSet/>
      <dgm:spPr/>
      <dgm:t>
        <a:bodyPr/>
        <a:lstStyle/>
        <a:p>
          <a:pPr latinLnBrk="1"/>
          <a:endParaRPr lang="ko-KR" altLang="en-US"/>
        </a:p>
      </dgm:t>
    </dgm:pt>
    <dgm:pt modelId="{888B6C52-5480-4940-9E4D-090140546CAF}">
      <dgm:prSet phldrT="[텍스트]" custT="1"/>
      <dgm:spPr/>
      <dgm:t>
        <a:bodyPr/>
        <a:lstStyle/>
        <a:p>
          <a:pPr latinLnBrk="1"/>
          <a:r>
            <a:rPr lang="en-US" altLang="en-US" sz="1800" dirty="0"/>
            <a:t>2. </a:t>
          </a:r>
          <a:r>
            <a:rPr lang="ko-KR" altLang="en-US" sz="1800" dirty="0"/>
            <a:t>단위 테스트와 통합 테스트의 개념 차이를 구분하여 설명할 수 있다</a:t>
          </a:r>
        </a:p>
      </dgm:t>
    </dgm:pt>
    <dgm:pt modelId="{DF558B9C-7B6A-4196-A72D-C5E6D3A46B05}" type="parTrans" cxnId="{5D581AEE-4D5D-42B1-8903-80A99EE32180}">
      <dgm:prSet/>
      <dgm:spPr/>
      <dgm:t>
        <a:bodyPr/>
        <a:lstStyle/>
        <a:p>
          <a:pPr latinLnBrk="1"/>
          <a:endParaRPr lang="ko-KR" altLang="en-US"/>
        </a:p>
      </dgm:t>
    </dgm:pt>
    <dgm:pt modelId="{52CD53DA-D9B2-4F2F-9AD4-5D07D4A061F6}" type="sibTrans" cxnId="{5D581AEE-4D5D-42B1-8903-80A99EE32180}">
      <dgm:prSet/>
      <dgm:spPr/>
      <dgm:t>
        <a:bodyPr/>
        <a:lstStyle/>
        <a:p>
          <a:pPr latinLnBrk="1"/>
          <a:endParaRPr lang="ko-KR" altLang="en-US"/>
        </a:p>
      </dgm:t>
    </dgm:pt>
    <dgm:pt modelId="{686FF8D5-78F6-4FC6-BF5D-9DA488B80EE5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단위 테스트는 작게 분리된 소프트웨어 내에서 결함을 찾고 기능을 검증하고</a:t>
          </a:r>
          <a:r>
            <a:rPr lang="en-US" altLang="ko-KR" sz="1400" dirty="0"/>
            <a:t>, </a:t>
          </a:r>
          <a:r>
            <a:rPr lang="ko-KR" altLang="en-US" sz="1400" dirty="0"/>
            <a:t>통합 테스트는 단위 테스트를 통해 독립적인 검증을 수행한 후 이들 사이의 인터페이스를 테스트한다</a:t>
          </a:r>
          <a:r>
            <a:rPr lang="en-US" altLang="ko-KR" sz="1400" dirty="0"/>
            <a:t>.</a:t>
          </a:r>
          <a:r>
            <a:rPr lang="ko-KR" altLang="en-US" sz="1400" dirty="0"/>
            <a:t> </a:t>
          </a:r>
        </a:p>
      </dgm:t>
    </dgm:pt>
    <dgm:pt modelId="{C27A57B0-D6E0-4475-A69D-1DB2FB126E91}" type="parTrans" cxnId="{CB2AA8F4-8A7D-44F0-9498-3CEE3F6E820B}">
      <dgm:prSet/>
      <dgm:spPr/>
      <dgm:t>
        <a:bodyPr/>
        <a:lstStyle/>
        <a:p>
          <a:pPr latinLnBrk="1"/>
          <a:endParaRPr lang="ko-KR" altLang="en-US"/>
        </a:p>
      </dgm:t>
    </dgm:pt>
    <dgm:pt modelId="{3BA5C74D-593E-43D2-B712-1D5F95C9A82E}" type="sibTrans" cxnId="{CB2AA8F4-8A7D-44F0-9498-3CEE3F6E820B}">
      <dgm:prSet/>
      <dgm:spPr/>
      <dgm:t>
        <a:bodyPr/>
        <a:lstStyle/>
        <a:p>
          <a:pPr latinLnBrk="1"/>
          <a:endParaRPr lang="ko-KR" altLang="en-US"/>
        </a:p>
      </dgm:t>
    </dgm:pt>
    <dgm:pt modelId="{772E2EC0-5B5E-4538-B015-0DAC0D9927FD}">
      <dgm:prSet phldrT="[텍스트]" custT="1"/>
      <dgm:spPr/>
      <dgm:t>
        <a:bodyPr/>
        <a:lstStyle/>
        <a:p>
          <a:pPr latinLnBrk="1"/>
          <a:r>
            <a:rPr lang="en-US" altLang="ko-KR" sz="1400" dirty="0" err="1">
              <a:latin typeface="+mn-ea"/>
              <a:ea typeface="+mn-ea"/>
            </a:rPr>
            <a:t>Pytest</a:t>
          </a:r>
          <a:endParaRPr lang="ko-KR" altLang="en-US" sz="1400" dirty="0">
            <a:latin typeface="+mn-ea"/>
            <a:ea typeface="+mn-ea"/>
          </a:endParaRPr>
        </a:p>
      </dgm:t>
    </dgm:pt>
    <dgm:pt modelId="{240A8B5C-CA5A-4D17-BBEB-7CB580EF9B48}" type="parTrans" cxnId="{33AB1347-27C3-4393-8F9D-161E55D5802F}">
      <dgm:prSet/>
      <dgm:spPr/>
      <dgm:t>
        <a:bodyPr/>
        <a:lstStyle/>
        <a:p>
          <a:pPr latinLnBrk="1"/>
          <a:endParaRPr lang="ko-KR" altLang="en-US"/>
        </a:p>
      </dgm:t>
    </dgm:pt>
    <dgm:pt modelId="{B37832ED-9F21-4596-8B2B-6C97D6855F00}" type="sibTrans" cxnId="{33AB1347-27C3-4393-8F9D-161E55D5802F}">
      <dgm:prSet/>
      <dgm:spPr/>
      <dgm:t>
        <a:bodyPr/>
        <a:lstStyle/>
        <a:p>
          <a:pPr latinLnBrk="1"/>
          <a:endParaRPr lang="ko-KR" altLang="en-US"/>
        </a:p>
      </dgm:t>
    </dgm:pt>
    <dgm:pt modelId="{F5D0A5FB-7BE6-40FB-8A06-D183610D5898}">
      <dgm:prSet phldrT="[텍스트]" custT="1"/>
      <dgm:spPr/>
      <dgm:t>
        <a:bodyPr/>
        <a:lstStyle/>
        <a:p>
          <a:pPr latinLnBrk="1"/>
          <a:r>
            <a:rPr lang="ko-KR" altLang="en-US" sz="1800" dirty="0"/>
            <a:t> </a:t>
          </a:r>
          <a:r>
            <a:rPr lang="en-US" altLang="en-US" sz="1800" dirty="0"/>
            <a:t>3. </a:t>
          </a:r>
          <a:r>
            <a:rPr lang="ko-KR" altLang="en-US" sz="1800" dirty="0"/>
            <a:t>성능 테스트가 무엇을 확인하기 위한 테스트인지 설명할 수 있다</a:t>
          </a:r>
        </a:p>
      </dgm:t>
    </dgm:pt>
    <dgm:pt modelId="{3C32AEE2-F5E9-4E8F-A38D-C2C50A073A38}" type="parTrans" cxnId="{6BDB93AB-F9D3-4065-B6D0-6D537DA33255}">
      <dgm:prSet/>
      <dgm:spPr/>
      <dgm:t>
        <a:bodyPr/>
        <a:lstStyle/>
        <a:p>
          <a:pPr latinLnBrk="1"/>
          <a:endParaRPr lang="ko-KR" altLang="en-US"/>
        </a:p>
      </dgm:t>
    </dgm:pt>
    <dgm:pt modelId="{32AC841E-8E6E-4356-8092-BD0C75FEB638}" type="sibTrans" cxnId="{6BDB93AB-F9D3-4065-B6D0-6D537DA33255}">
      <dgm:prSet/>
      <dgm:spPr/>
      <dgm:t>
        <a:bodyPr/>
        <a:lstStyle/>
        <a:p>
          <a:pPr latinLnBrk="1"/>
          <a:endParaRPr lang="ko-KR" altLang="en-US"/>
        </a:p>
      </dgm:t>
    </dgm:pt>
    <dgm:pt modelId="{D64D4A99-A92F-4EA3-A4E0-F541227C487D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다양한 조건에서 응답 속도</a:t>
          </a:r>
          <a:r>
            <a:rPr lang="en-US" altLang="ko-KR" sz="1400" dirty="0"/>
            <a:t>, </a:t>
          </a:r>
          <a:r>
            <a:rPr lang="ko-KR" altLang="en-US" sz="1400" dirty="0"/>
            <a:t>처리량</a:t>
          </a:r>
          <a:r>
            <a:rPr lang="en-US" altLang="ko-KR" sz="1400" dirty="0"/>
            <a:t>, </a:t>
          </a:r>
          <a:r>
            <a:rPr lang="ko-KR" altLang="en-US" sz="1400" dirty="0"/>
            <a:t>자원 사용률 등을 내부에 합의된 일정 수준 이상의 조건을 보장하는지 검증하는 테스트이다</a:t>
          </a:r>
          <a:r>
            <a:rPr lang="en-US" altLang="ko-KR" sz="1400" dirty="0"/>
            <a:t>.</a:t>
          </a:r>
          <a:endParaRPr lang="ko-KR" altLang="en-US" sz="1400" dirty="0"/>
        </a:p>
      </dgm:t>
    </dgm:pt>
    <dgm:pt modelId="{2C6CB168-AED2-42EF-A032-24248A2726E5}" type="parTrans" cxnId="{440CF161-16B0-47AE-9CE1-AC2540B0CCB3}">
      <dgm:prSet/>
      <dgm:spPr/>
      <dgm:t>
        <a:bodyPr/>
        <a:lstStyle/>
        <a:p>
          <a:pPr latinLnBrk="1"/>
          <a:endParaRPr lang="ko-KR" altLang="en-US"/>
        </a:p>
      </dgm:t>
    </dgm:pt>
    <dgm:pt modelId="{5AC63E6C-66E1-431C-B068-12944D5D1694}" type="sibTrans" cxnId="{440CF161-16B0-47AE-9CE1-AC2540B0CCB3}">
      <dgm:prSet/>
      <dgm:spPr/>
      <dgm:t>
        <a:bodyPr/>
        <a:lstStyle/>
        <a:p>
          <a:pPr latinLnBrk="1"/>
          <a:endParaRPr lang="ko-KR" altLang="en-US"/>
        </a:p>
      </dgm:t>
    </dgm:pt>
    <dgm:pt modelId="{3AD8A4A3-48C4-4664-B6C9-246264F9BB6E}">
      <dgm:prSet phldrT="[텍스트]" custT="1"/>
      <dgm:spPr/>
      <dgm:t>
        <a:bodyPr/>
        <a:lstStyle/>
        <a:p>
          <a:pPr latinLnBrk="1"/>
          <a:r>
            <a:rPr lang="en-US" altLang="en-US" sz="1800" dirty="0"/>
            <a:t>4. Python </a:t>
          </a:r>
          <a:r>
            <a:rPr lang="ko-KR" altLang="en-US" sz="1800" dirty="0"/>
            <a:t>테스트 코드 작성에 사용하는 대표 프레임워크 이름을 말할 수 있다</a:t>
          </a:r>
          <a:r>
            <a:rPr lang="en-US" altLang="en-US" sz="1800" dirty="0"/>
            <a:t>.</a:t>
          </a:r>
          <a:endParaRPr lang="ko-KR" altLang="en-US" sz="1800" dirty="0"/>
        </a:p>
      </dgm:t>
    </dgm:pt>
    <dgm:pt modelId="{E4F224F8-745D-4B9C-B042-B46357C09B9A}" type="parTrans" cxnId="{1FADCFE1-BC90-4A4D-89C7-926E1158F616}">
      <dgm:prSet/>
      <dgm:spPr/>
      <dgm:t>
        <a:bodyPr/>
        <a:lstStyle/>
        <a:p>
          <a:pPr latinLnBrk="1"/>
          <a:endParaRPr lang="ko-KR" altLang="en-US"/>
        </a:p>
      </dgm:t>
    </dgm:pt>
    <dgm:pt modelId="{D97D3989-DAEF-44B5-A98A-C73BC614B03E}" type="sibTrans" cxnId="{1FADCFE1-BC90-4A4D-89C7-926E1158F616}">
      <dgm:prSet/>
      <dgm:spPr/>
      <dgm:t>
        <a:bodyPr/>
        <a:lstStyle/>
        <a:p>
          <a:pPr latinLnBrk="1"/>
          <a:endParaRPr lang="ko-KR" altLang="en-US"/>
        </a:p>
      </dgm:t>
    </dgm:pt>
    <dgm:pt modelId="{BA573900-9A69-4AD9-8025-66CBDF222AF5}">
      <dgm:prSet phldrT="[텍스트]" custT="1"/>
      <dgm:spPr/>
      <dgm:t>
        <a:bodyPr/>
        <a:lstStyle/>
        <a:p>
          <a:pPr latinLnBrk="1"/>
          <a:r>
            <a:rPr lang="en-US" altLang="en-US" sz="1800" dirty="0"/>
            <a:t>5. </a:t>
          </a:r>
          <a:r>
            <a:rPr lang="en-US" altLang="en-US" sz="1800" dirty="0" err="1"/>
            <a:t>FastAPI</a:t>
          </a:r>
          <a:r>
            <a:rPr lang="en-US" altLang="en-US" sz="1800" dirty="0"/>
            <a:t> </a:t>
          </a:r>
          <a:r>
            <a:rPr lang="ko-KR" altLang="en-US" sz="1800" dirty="0" err="1"/>
            <a:t>엔드포인트를</a:t>
          </a:r>
          <a:r>
            <a:rPr lang="ko-KR" altLang="en-US" sz="1800" dirty="0"/>
            <a:t> 서버 구동 없이 테스트하는 방법</a:t>
          </a:r>
          <a:r>
            <a:rPr lang="en-US" altLang="en-US" sz="1800" dirty="0"/>
            <a:t>(</a:t>
          </a:r>
          <a:r>
            <a:rPr lang="ko-KR" altLang="en-US" sz="1800" dirty="0"/>
            <a:t>도구</a:t>
          </a:r>
          <a:r>
            <a:rPr lang="en-US" altLang="en-US" sz="1800" dirty="0"/>
            <a:t>)</a:t>
          </a:r>
          <a:r>
            <a:rPr lang="ko-KR" altLang="en-US" sz="1800" dirty="0"/>
            <a:t>을 말할 수 있다</a:t>
          </a:r>
        </a:p>
      </dgm:t>
    </dgm:pt>
    <dgm:pt modelId="{6F56B76B-F80D-4926-AB1D-5A5FB7D596E2}" type="parTrans" cxnId="{4762BB87-D383-4326-B238-0866491D0BCA}">
      <dgm:prSet/>
      <dgm:spPr/>
      <dgm:t>
        <a:bodyPr/>
        <a:lstStyle/>
        <a:p>
          <a:pPr latinLnBrk="1"/>
          <a:endParaRPr lang="ko-KR" altLang="en-US"/>
        </a:p>
      </dgm:t>
    </dgm:pt>
    <dgm:pt modelId="{65B200D0-BD8E-46B0-A0B8-33E539D1DCE8}" type="sibTrans" cxnId="{4762BB87-D383-4326-B238-0866491D0BCA}">
      <dgm:prSet/>
      <dgm:spPr/>
      <dgm:t>
        <a:bodyPr/>
        <a:lstStyle/>
        <a:p>
          <a:pPr latinLnBrk="1"/>
          <a:endParaRPr lang="ko-KR" altLang="en-US"/>
        </a:p>
      </dgm:t>
    </dgm:pt>
    <dgm:pt modelId="{FC900E11-791D-4130-A40E-B7ECFE2BE433}">
      <dgm:prSet phldrT="[텍스트]" custT="1"/>
      <dgm:spPr/>
      <dgm:t>
        <a:bodyPr/>
        <a:lstStyle/>
        <a:p>
          <a:pPr latinLnBrk="1"/>
          <a:r>
            <a:rPr lang="en-US" altLang="ko-KR" sz="1400" dirty="0" err="1">
              <a:latin typeface="+mn-ea"/>
              <a:ea typeface="+mn-ea"/>
            </a:rPr>
            <a:t>TestClient</a:t>
          </a:r>
          <a:endParaRPr lang="ko-KR" altLang="en-US" sz="1400" dirty="0">
            <a:latin typeface="+mn-ea"/>
            <a:ea typeface="+mn-ea"/>
          </a:endParaRPr>
        </a:p>
      </dgm:t>
    </dgm:pt>
    <dgm:pt modelId="{4DB1309A-396B-4B0A-9FBB-503DE94A0098}" type="parTrans" cxnId="{FC5A5A07-7FC3-47F2-A46E-3627C6916223}">
      <dgm:prSet/>
      <dgm:spPr/>
      <dgm:t>
        <a:bodyPr/>
        <a:lstStyle/>
        <a:p>
          <a:pPr latinLnBrk="1"/>
          <a:endParaRPr lang="ko-KR" altLang="en-US"/>
        </a:p>
      </dgm:t>
    </dgm:pt>
    <dgm:pt modelId="{D81CC527-BDF9-47DC-B708-CF45EFC58C49}" type="sibTrans" cxnId="{FC5A5A07-7FC3-47F2-A46E-3627C6916223}">
      <dgm:prSet/>
      <dgm:spPr/>
      <dgm:t>
        <a:bodyPr/>
        <a:lstStyle/>
        <a:p>
          <a:pPr latinLnBrk="1"/>
          <a:endParaRPr lang="ko-KR" altLang="en-US"/>
        </a:p>
      </dgm:t>
    </dgm:pt>
    <dgm:pt modelId="{64B9AEA9-C670-4D4A-8045-2BA48D353601}" type="pres">
      <dgm:prSet presAssocID="{A50E15C9-C01C-40A6-8E85-7B9BE7FE8237}" presName="linear" presStyleCnt="0">
        <dgm:presLayoutVars>
          <dgm:animLvl val="lvl"/>
          <dgm:resizeHandles val="exact"/>
        </dgm:presLayoutVars>
      </dgm:prSet>
      <dgm:spPr/>
    </dgm:pt>
    <dgm:pt modelId="{5A0157F1-7C67-4053-AE9A-62E5D9B59CA0}" type="pres">
      <dgm:prSet presAssocID="{058763E4-1ED4-4025-9000-CF84CC4315A7}" presName="parentText" presStyleLbl="node1" presStyleIdx="0" presStyleCnt="5" custScaleY="99192" custLinFactNeighborX="11594" custLinFactNeighborY="-81179">
        <dgm:presLayoutVars>
          <dgm:chMax val="0"/>
          <dgm:bulletEnabled val="1"/>
        </dgm:presLayoutVars>
      </dgm:prSet>
      <dgm:spPr/>
    </dgm:pt>
    <dgm:pt modelId="{AFC9907D-208F-4F88-BDAC-0671B88CF1C0}" type="pres">
      <dgm:prSet presAssocID="{058763E4-1ED4-4025-9000-CF84CC4315A7}" presName="childText" presStyleLbl="revTx" presStyleIdx="0" presStyleCnt="5" custScaleY="95983" custLinFactNeighborY="-8495">
        <dgm:presLayoutVars>
          <dgm:bulletEnabled val="1"/>
        </dgm:presLayoutVars>
      </dgm:prSet>
      <dgm:spPr/>
    </dgm:pt>
    <dgm:pt modelId="{3FBAEFCF-D3AD-459E-8F3F-2B637BB76639}" type="pres">
      <dgm:prSet presAssocID="{888B6C52-5480-4940-9E4D-090140546CAF}" presName="parentText" presStyleLbl="node1" presStyleIdx="1" presStyleCnt="5" custScaleY="101196" custLinFactNeighborY="-12933">
        <dgm:presLayoutVars>
          <dgm:chMax val="0"/>
          <dgm:bulletEnabled val="1"/>
        </dgm:presLayoutVars>
      </dgm:prSet>
      <dgm:spPr/>
    </dgm:pt>
    <dgm:pt modelId="{5717D8E1-8B1A-4959-8168-9DAC26418384}" type="pres">
      <dgm:prSet presAssocID="{888B6C52-5480-4940-9E4D-090140546CAF}" presName="childText" presStyleLbl="revTx" presStyleIdx="1" presStyleCnt="5" custScaleY="99679" custLinFactNeighborY="-6154">
        <dgm:presLayoutVars>
          <dgm:bulletEnabled val="1"/>
        </dgm:presLayoutVars>
      </dgm:prSet>
      <dgm:spPr/>
    </dgm:pt>
    <dgm:pt modelId="{4070C9DB-256D-4D89-A5C1-BA77F4744691}" type="pres">
      <dgm:prSet presAssocID="{F5D0A5FB-7BE6-40FB-8A06-D183610D5898}" presName="parentText" presStyleLbl="node1" presStyleIdx="2" presStyleCnt="5" custLinFactNeighborY="14317">
        <dgm:presLayoutVars>
          <dgm:chMax val="0"/>
          <dgm:bulletEnabled val="1"/>
        </dgm:presLayoutVars>
      </dgm:prSet>
      <dgm:spPr/>
    </dgm:pt>
    <dgm:pt modelId="{2426AA1D-7302-4A0F-9327-B1B1F7DFA0F6}" type="pres">
      <dgm:prSet presAssocID="{F5D0A5FB-7BE6-40FB-8A06-D183610D5898}" presName="childText" presStyleLbl="revTx" presStyleIdx="2" presStyleCnt="5" custLinFactNeighborY="12519">
        <dgm:presLayoutVars>
          <dgm:bulletEnabled val="1"/>
        </dgm:presLayoutVars>
      </dgm:prSet>
      <dgm:spPr/>
    </dgm:pt>
    <dgm:pt modelId="{A5A82361-43C5-40C2-B27B-4E3ED4189F74}" type="pres">
      <dgm:prSet presAssocID="{3AD8A4A3-48C4-4664-B6C9-246264F9BB6E}" presName="parentText" presStyleLbl="node1" presStyleIdx="3" presStyleCnt="5" custLinFactNeighborY="14588">
        <dgm:presLayoutVars>
          <dgm:chMax val="0"/>
          <dgm:bulletEnabled val="1"/>
        </dgm:presLayoutVars>
      </dgm:prSet>
      <dgm:spPr/>
    </dgm:pt>
    <dgm:pt modelId="{C410F379-5C0C-41E8-9393-A7D82EB8578B}" type="pres">
      <dgm:prSet presAssocID="{3AD8A4A3-48C4-4664-B6C9-246264F9BB6E}" presName="childText" presStyleLbl="revTx" presStyleIdx="3" presStyleCnt="5" custLinFactNeighborY="8596">
        <dgm:presLayoutVars>
          <dgm:bulletEnabled val="1"/>
        </dgm:presLayoutVars>
      </dgm:prSet>
      <dgm:spPr/>
    </dgm:pt>
    <dgm:pt modelId="{B7AC8331-ED15-4899-8300-1EB787792BFF}" type="pres">
      <dgm:prSet presAssocID="{BA573900-9A69-4AD9-8025-66CBDF222AF5}" presName="parentText" presStyleLbl="node1" presStyleIdx="4" presStyleCnt="5" custLinFactNeighborY="27409">
        <dgm:presLayoutVars>
          <dgm:chMax val="0"/>
          <dgm:bulletEnabled val="1"/>
        </dgm:presLayoutVars>
      </dgm:prSet>
      <dgm:spPr/>
    </dgm:pt>
    <dgm:pt modelId="{88EEFC7C-2279-41B8-889D-09EFFE3DF342}" type="pres">
      <dgm:prSet presAssocID="{BA573900-9A69-4AD9-8025-66CBDF222AF5}" presName="childText" presStyleLbl="revTx" presStyleIdx="4" presStyleCnt="5" custLinFactNeighborY="535">
        <dgm:presLayoutVars>
          <dgm:bulletEnabled val="1"/>
        </dgm:presLayoutVars>
      </dgm:prSet>
      <dgm:spPr/>
    </dgm:pt>
  </dgm:ptLst>
  <dgm:cxnLst>
    <dgm:cxn modelId="{FC5A5A07-7FC3-47F2-A46E-3627C6916223}" srcId="{BA573900-9A69-4AD9-8025-66CBDF222AF5}" destId="{FC900E11-791D-4130-A40E-B7ECFE2BE433}" srcOrd="0" destOrd="0" parTransId="{4DB1309A-396B-4B0A-9FBB-503DE94A0098}" sibTransId="{D81CC527-BDF9-47DC-B708-CF45EFC58C49}"/>
    <dgm:cxn modelId="{4247CB1A-C337-4E2C-8706-455BB741D518}" srcId="{058763E4-1ED4-4025-9000-CF84CC4315A7}" destId="{3A12C3F8-5EBE-4291-BA6D-9552374B1951}" srcOrd="0" destOrd="0" parTransId="{7484DEA6-9A2F-404D-9907-6E93D7564FB0}" sibTransId="{1639D889-68A9-4D6B-AEFC-453441441357}"/>
    <dgm:cxn modelId="{440CF161-16B0-47AE-9CE1-AC2540B0CCB3}" srcId="{F5D0A5FB-7BE6-40FB-8A06-D183610D5898}" destId="{D64D4A99-A92F-4EA3-A4E0-F541227C487D}" srcOrd="0" destOrd="0" parTransId="{2C6CB168-AED2-42EF-A032-24248A2726E5}" sibTransId="{5AC63E6C-66E1-431C-B068-12944D5D1694}"/>
    <dgm:cxn modelId="{F76E2B65-6AFF-4BDF-8BA6-73ED05C30BAB}" type="presOf" srcId="{F5D0A5FB-7BE6-40FB-8A06-D183610D5898}" destId="{4070C9DB-256D-4D89-A5C1-BA77F4744691}" srcOrd="0" destOrd="0" presId="urn:microsoft.com/office/officeart/2005/8/layout/vList2"/>
    <dgm:cxn modelId="{33AB1347-27C3-4393-8F9D-161E55D5802F}" srcId="{3AD8A4A3-48C4-4664-B6C9-246264F9BB6E}" destId="{772E2EC0-5B5E-4538-B015-0DAC0D9927FD}" srcOrd="0" destOrd="0" parTransId="{240A8B5C-CA5A-4D17-BBEB-7CB580EF9B48}" sibTransId="{B37832ED-9F21-4596-8B2B-6C97D6855F00}"/>
    <dgm:cxn modelId="{25DAD24E-6459-4369-BFD7-C392EA7591E2}" type="presOf" srcId="{058763E4-1ED4-4025-9000-CF84CC4315A7}" destId="{5A0157F1-7C67-4053-AE9A-62E5D9B59CA0}" srcOrd="0" destOrd="0" presId="urn:microsoft.com/office/officeart/2005/8/layout/vList2"/>
    <dgm:cxn modelId="{95BF7752-C965-46A2-AF31-DC06D372E6F5}" type="presOf" srcId="{A50E15C9-C01C-40A6-8E85-7B9BE7FE8237}" destId="{64B9AEA9-C670-4D4A-8045-2BA48D353601}" srcOrd="0" destOrd="0" presId="urn:microsoft.com/office/officeart/2005/8/layout/vList2"/>
    <dgm:cxn modelId="{BBBE3354-7FF3-4EF2-9612-32F27C91EC1F}" type="presOf" srcId="{772E2EC0-5B5E-4538-B015-0DAC0D9927FD}" destId="{C410F379-5C0C-41E8-9393-A7D82EB8578B}" srcOrd="0" destOrd="0" presId="urn:microsoft.com/office/officeart/2005/8/layout/vList2"/>
    <dgm:cxn modelId="{4762BB87-D383-4326-B238-0866491D0BCA}" srcId="{A50E15C9-C01C-40A6-8E85-7B9BE7FE8237}" destId="{BA573900-9A69-4AD9-8025-66CBDF222AF5}" srcOrd="4" destOrd="0" parTransId="{6F56B76B-F80D-4926-AB1D-5A5FB7D596E2}" sibTransId="{65B200D0-BD8E-46B0-A0B8-33E539D1DCE8}"/>
    <dgm:cxn modelId="{C6F52188-0E22-491A-8AFF-9C405B2F6DB8}" type="presOf" srcId="{3AD8A4A3-48C4-4664-B6C9-246264F9BB6E}" destId="{A5A82361-43C5-40C2-B27B-4E3ED4189F74}" srcOrd="0" destOrd="0" presId="urn:microsoft.com/office/officeart/2005/8/layout/vList2"/>
    <dgm:cxn modelId="{1A6CCD8E-7627-4D12-B2F7-35B3D480C36B}" srcId="{A50E15C9-C01C-40A6-8E85-7B9BE7FE8237}" destId="{058763E4-1ED4-4025-9000-CF84CC4315A7}" srcOrd="0" destOrd="0" parTransId="{770B3FB3-81AB-4064-AA54-F799E183B00B}" sibTransId="{6631218E-9887-42FB-9703-04B3F7D7F6D5}"/>
    <dgm:cxn modelId="{727AE5A2-F77D-4C5A-A21C-067E4713543D}" type="presOf" srcId="{888B6C52-5480-4940-9E4D-090140546CAF}" destId="{3FBAEFCF-D3AD-459E-8F3F-2B637BB76639}" srcOrd="0" destOrd="0" presId="urn:microsoft.com/office/officeart/2005/8/layout/vList2"/>
    <dgm:cxn modelId="{6BDB93AB-F9D3-4065-B6D0-6D537DA33255}" srcId="{A50E15C9-C01C-40A6-8E85-7B9BE7FE8237}" destId="{F5D0A5FB-7BE6-40FB-8A06-D183610D5898}" srcOrd="2" destOrd="0" parTransId="{3C32AEE2-F5E9-4E8F-A38D-C2C50A073A38}" sibTransId="{32AC841E-8E6E-4356-8092-BD0C75FEB638}"/>
    <dgm:cxn modelId="{57F8D7AD-5E56-48EE-9D87-4433DEA55BED}" type="presOf" srcId="{FC900E11-791D-4130-A40E-B7ECFE2BE433}" destId="{88EEFC7C-2279-41B8-889D-09EFFE3DF342}" srcOrd="0" destOrd="0" presId="urn:microsoft.com/office/officeart/2005/8/layout/vList2"/>
    <dgm:cxn modelId="{FC2EBBB2-28A0-490C-8C0E-9411E370D2B1}" type="presOf" srcId="{3A12C3F8-5EBE-4291-BA6D-9552374B1951}" destId="{AFC9907D-208F-4F88-BDAC-0671B88CF1C0}" srcOrd="0" destOrd="0" presId="urn:microsoft.com/office/officeart/2005/8/layout/vList2"/>
    <dgm:cxn modelId="{A909C1B4-8E60-46B4-AEE5-697FEFF47EB7}" type="presOf" srcId="{D64D4A99-A92F-4EA3-A4E0-F541227C487D}" destId="{2426AA1D-7302-4A0F-9327-B1B1F7DFA0F6}" srcOrd="0" destOrd="0" presId="urn:microsoft.com/office/officeart/2005/8/layout/vList2"/>
    <dgm:cxn modelId="{6E0E62C8-6ED0-4693-89C0-6E92B685D26E}" type="presOf" srcId="{686FF8D5-78F6-4FC6-BF5D-9DA488B80EE5}" destId="{5717D8E1-8B1A-4959-8168-9DAC26418384}" srcOrd="0" destOrd="0" presId="urn:microsoft.com/office/officeart/2005/8/layout/vList2"/>
    <dgm:cxn modelId="{1FADCFE1-BC90-4A4D-89C7-926E1158F616}" srcId="{A50E15C9-C01C-40A6-8E85-7B9BE7FE8237}" destId="{3AD8A4A3-48C4-4664-B6C9-246264F9BB6E}" srcOrd="3" destOrd="0" parTransId="{E4F224F8-745D-4B9C-B042-B46357C09B9A}" sibTransId="{D97D3989-DAEF-44B5-A98A-C73BC614B03E}"/>
    <dgm:cxn modelId="{BBA233E6-A6B5-45B1-81D6-BA597559FE8A}" type="presOf" srcId="{BA573900-9A69-4AD9-8025-66CBDF222AF5}" destId="{B7AC8331-ED15-4899-8300-1EB787792BFF}" srcOrd="0" destOrd="0" presId="urn:microsoft.com/office/officeart/2005/8/layout/vList2"/>
    <dgm:cxn modelId="{5D581AEE-4D5D-42B1-8903-80A99EE32180}" srcId="{A50E15C9-C01C-40A6-8E85-7B9BE7FE8237}" destId="{888B6C52-5480-4940-9E4D-090140546CAF}" srcOrd="1" destOrd="0" parTransId="{DF558B9C-7B6A-4196-A72D-C5E6D3A46B05}" sibTransId="{52CD53DA-D9B2-4F2F-9AD4-5D07D4A061F6}"/>
    <dgm:cxn modelId="{CB2AA8F4-8A7D-44F0-9498-3CEE3F6E820B}" srcId="{888B6C52-5480-4940-9E4D-090140546CAF}" destId="{686FF8D5-78F6-4FC6-BF5D-9DA488B80EE5}" srcOrd="0" destOrd="0" parTransId="{C27A57B0-D6E0-4475-A69D-1DB2FB126E91}" sibTransId="{3BA5C74D-593E-43D2-B712-1D5F95C9A82E}"/>
    <dgm:cxn modelId="{EEF11EE2-A01B-42B3-98FD-B299A8012841}" type="presParOf" srcId="{64B9AEA9-C670-4D4A-8045-2BA48D353601}" destId="{5A0157F1-7C67-4053-AE9A-62E5D9B59CA0}" srcOrd="0" destOrd="0" presId="urn:microsoft.com/office/officeart/2005/8/layout/vList2"/>
    <dgm:cxn modelId="{2DFDDA91-8120-4089-8624-65CC8F23649C}" type="presParOf" srcId="{64B9AEA9-C670-4D4A-8045-2BA48D353601}" destId="{AFC9907D-208F-4F88-BDAC-0671B88CF1C0}" srcOrd="1" destOrd="0" presId="urn:microsoft.com/office/officeart/2005/8/layout/vList2"/>
    <dgm:cxn modelId="{90DDE99E-B257-4BA5-927E-E151484E519B}" type="presParOf" srcId="{64B9AEA9-C670-4D4A-8045-2BA48D353601}" destId="{3FBAEFCF-D3AD-459E-8F3F-2B637BB76639}" srcOrd="2" destOrd="0" presId="urn:microsoft.com/office/officeart/2005/8/layout/vList2"/>
    <dgm:cxn modelId="{AE319551-FE8C-4E55-958A-6A6B9E1FCB79}" type="presParOf" srcId="{64B9AEA9-C670-4D4A-8045-2BA48D353601}" destId="{5717D8E1-8B1A-4959-8168-9DAC26418384}" srcOrd="3" destOrd="0" presId="urn:microsoft.com/office/officeart/2005/8/layout/vList2"/>
    <dgm:cxn modelId="{5571529C-12A0-4B26-856A-8B03C6041E9E}" type="presParOf" srcId="{64B9AEA9-C670-4D4A-8045-2BA48D353601}" destId="{4070C9DB-256D-4D89-A5C1-BA77F4744691}" srcOrd="4" destOrd="0" presId="urn:microsoft.com/office/officeart/2005/8/layout/vList2"/>
    <dgm:cxn modelId="{3094E4E7-6F48-408A-BD70-5AA7EA4A33D8}" type="presParOf" srcId="{64B9AEA9-C670-4D4A-8045-2BA48D353601}" destId="{2426AA1D-7302-4A0F-9327-B1B1F7DFA0F6}" srcOrd="5" destOrd="0" presId="urn:microsoft.com/office/officeart/2005/8/layout/vList2"/>
    <dgm:cxn modelId="{3DFA6476-0DD6-4061-B753-E9B2B8E620B7}" type="presParOf" srcId="{64B9AEA9-C670-4D4A-8045-2BA48D353601}" destId="{A5A82361-43C5-40C2-B27B-4E3ED4189F74}" srcOrd="6" destOrd="0" presId="urn:microsoft.com/office/officeart/2005/8/layout/vList2"/>
    <dgm:cxn modelId="{988A0958-4F0E-49F0-BE7A-E35A216C3297}" type="presParOf" srcId="{64B9AEA9-C670-4D4A-8045-2BA48D353601}" destId="{C410F379-5C0C-41E8-9393-A7D82EB8578B}" srcOrd="7" destOrd="0" presId="urn:microsoft.com/office/officeart/2005/8/layout/vList2"/>
    <dgm:cxn modelId="{FBA56399-D982-4F6F-B3BE-5D3458521EC6}" type="presParOf" srcId="{64B9AEA9-C670-4D4A-8045-2BA48D353601}" destId="{B7AC8331-ED15-4899-8300-1EB787792BFF}" srcOrd="8" destOrd="0" presId="urn:microsoft.com/office/officeart/2005/8/layout/vList2"/>
    <dgm:cxn modelId="{EC9A0B97-5202-4890-B398-151A5FA44E4E}" type="presParOf" srcId="{64B9AEA9-C670-4D4A-8045-2BA48D353601}" destId="{88EEFC7C-2279-41B8-889D-09EFFE3DF342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0E15C9-C01C-40A6-8E85-7B9BE7FE82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58763E4-1ED4-4025-9000-CF84CC4315A7}">
      <dgm:prSet phldrT="[텍스트]"/>
      <dgm:spPr/>
      <dgm:t>
        <a:bodyPr/>
        <a:lstStyle/>
        <a:p>
          <a:pPr latinLnBrk="1"/>
          <a:r>
            <a:rPr lang="en-US" altLang="en-US" dirty="0"/>
            <a:t>6. </a:t>
          </a:r>
          <a:r>
            <a:rPr lang="ko-KR" altLang="en-US" dirty="0"/>
            <a:t>요청 성공</a:t>
          </a:r>
          <a:r>
            <a:rPr lang="en-US" altLang="en-US" dirty="0"/>
            <a:t>/</a:t>
          </a:r>
          <a:r>
            <a:rPr lang="ko-KR" altLang="en-US" dirty="0"/>
            <a:t>리소스 없음에 해당하는 </a:t>
          </a:r>
          <a:r>
            <a:rPr lang="en-US" altLang="en-US" dirty="0"/>
            <a:t>HTTP </a:t>
          </a:r>
          <a:r>
            <a:rPr lang="ko-KR" altLang="en-US" dirty="0"/>
            <a:t>상태 코드를 각각 말할 수 있다</a:t>
          </a:r>
          <a:r>
            <a:rPr lang="en-US" altLang="en-US" dirty="0"/>
            <a:t>. </a:t>
          </a:r>
          <a:endParaRPr lang="ko-KR" altLang="en-US" dirty="0"/>
        </a:p>
      </dgm:t>
    </dgm:pt>
    <dgm:pt modelId="{770B3FB3-81AB-4064-AA54-F799E183B00B}" type="parTrans" cxnId="{1A6CCD8E-7627-4D12-B2F7-35B3D480C36B}">
      <dgm:prSet/>
      <dgm:spPr/>
      <dgm:t>
        <a:bodyPr/>
        <a:lstStyle/>
        <a:p>
          <a:pPr latinLnBrk="1"/>
          <a:endParaRPr lang="ko-KR" altLang="en-US"/>
        </a:p>
      </dgm:t>
    </dgm:pt>
    <dgm:pt modelId="{6631218E-9887-42FB-9703-04B3F7D7F6D5}" type="sibTrans" cxnId="{1A6CCD8E-7627-4D12-B2F7-35B3D480C36B}">
      <dgm:prSet/>
      <dgm:spPr/>
      <dgm:t>
        <a:bodyPr/>
        <a:lstStyle/>
        <a:p>
          <a:pPr latinLnBrk="1"/>
          <a:endParaRPr lang="ko-KR" altLang="en-US"/>
        </a:p>
      </dgm:t>
    </dgm:pt>
    <dgm:pt modelId="{629CB9CE-A0A6-416F-8432-F0B1EF420F9C}">
      <dgm:prSet phldrT="[텍스트]"/>
      <dgm:spPr/>
      <dgm:t>
        <a:bodyPr/>
        <a:lstStyle/>
        <a:p>
          <a:pPr latinLnBrk="1"/>
          <a:r>
            <a:rPr lang="ko-KR" altLang="en-US" dirty="0" err="1"/>
            <a:t>입력값</a:t>
          </a:r>
          <a:r>
            <a:rPr lang="ko-KR" altLang="en-US" dirty="0"/>
            <a:t> </a:t>
          </a:r>
          <a:r>
            <a:rPr lang="en-US" altLang="ko-KR" dirty="0"/>
            <a:t>/ </a:t>
          </a:r>
          <a:r>
            <a:rPr lang="ko-KR" altLang="en-US" dirty="0"/>
            <a:t>실행 절차 </a:t>
          </a:r>
          <a:r>
            <a:rPr lang="en-US" altLang="ko-KR" dirty="0"/>
            <a:t>/ </a:t>
          </a:r>
          <a:r>
            <a:rPr lang="ko-KR" altLang="en-US" dirty="0"/>
            <a:t>예상 결과</a:t>
          </a:r>
        </a:p>
      </dgm:t>
    </dgm:pt>
    <dgm:pt modelId="{35007C63-2403-49B6-B263-813325D5B623}" type="parTrans" cxnId="{97A8D5CE-5CE0-4D9A-8204-B98FE5BEE349}">
      <dgm:prSet/>
      <dgm:spPr/>
      <dgm:t>
        <a:bodyPr/>
        <a:lstStyle/>
        <a:p>
          <a:pPr latinLnBrk="1"/>
          <a:endParaRPr lang="ko-KR" altLang="en-US"/>
        </a:p>
      </dgm:t>
    </dgm:pt>
    <dgm:pt modelId="{96C0AD61-4019-45A9-8F47-EEFF3642350B}" type="sibTrans" cxnId="{97A8D5CE-5CE0-4D9A-8204-B98FE5BEE349}">
      <dgm:prSet/>
      <dgm:spPr/>
      <dgm:t>
        <a:bodyPr/>
        <a:lstStyle/>
        <a:p>
          <a:pPr latinLnBrk="1"/>
          <a:endParaRPr lang="ko-KR" altLang="en-US"/>
        </a:p>
      </dgm:t>
    </dgm:pt>
    <dgm:pt modelId="{E4BCF1D8-7731-4106-9A54-20E21464F842}">
      <dgm:prSet phldrT="[텍스트]"/>
      <dgm:spPr/>
      <dgm:t>
        <a:bodyPr/>
        <a:lstStyle/>
        <a:p>
          <a:pPr latinLnBrk="1"/>
          <a:r>
            <a:rPr lang="ko-KR" altLang="en-US" dirty="0"/>
            <a:t>결함</a:t>
          </a:r>
          <a:r>
            <a:rPr lang="en-US" altLang="ko-KR" dirty="0"/>
            <a:t>ID / </a:t>
          </a:r>
          <a:r>
            <a:rPr lang="ko-KR" altLang="en-US" dirty="0"/>
            <a:t>테스트 케이스 </a:t>
          </a:r>
          <a:r>
            <a:rPr lang="en-US" altLang="ko-KR" dirty="0"/>
            <a:t>ID / </a:t>
          </a:r>
          <a:r>
            <a:rPr lang="ko-KR" altLang="en-US" dirty="0"/>
            <a:t>결함 제목 </a:t>
          </a:r>
          <a:r>
            <a:rPr lang="en-US" altLang="ko-KR" dirty="0"/>
            <a:t>/ </a:t>
          </a:r>
          <a:r>
            <a:rPr lang="ko-KR" altLang="en-US" dirty="0"/>
            <a:t>결함 발생 기능 </a:t>
          </a:r>
          <a:r>
            <a:rPr lang="en-US" altLang="ko-KR" dirty="0"/>
            <a:t>/  </a:t>
          </a:r>
          <a:r>
            <a:rPr lang="ko-KR" altLang="en-US" dirty="0"/>
            <a:t>결함 유형 </a:t>
          </a:r>
          <a:r>
            <a:rPr lang="en-US" altLang="ko-KR" dirty="0"/>
            <a:t>/ </a:t>
          </a:r>
          <a:r>
            <a:rPr lang="ko-KR" altLang="en-US" dirty="0"/>
            <a:t>결함 등급</a:t>
          </a:r>
        </a:p>
      </dgm:t>
    </dgm:pt>
    <dgm:pt modelId="{E13D747C-4A53-40E6-9932-E8E6033BC6E0}" type="parTrans" cxnId="{7749A805-B078-4B80-8255-EA4120445055}">
      <dgm:prSet/>
      <dgm:spPr/>
      <dgm:t>
        <a:bodyPr/>
        <a:lstStyle/>
        <a:p>
          <a:pPr latinLnBrk="1"/>
          <a:endParaRPr lang="ko-KR" altLang="en-US"/>
        </a:p>
      </dgm:t>
    </dgm:pt>
    <dgm:pt modelId="{1E995C6E-BFD5-47AD-94D0-E8C10771E487}" type="sibTrans" cxnId="{7749A805-B078-4B80-8255-EA4120445055}">
      <dgm:prSet/>
      <dgm:spPr/>
      <dgm:t>
        <a:bodyPr/>
        <a:lstStyle/>
        <a:p>
          <a:pPr latinLnBrk="1"/>
          <a:endParaRPr lang="ko-KR" altLang="en-US"/>
        </a:p>
      </dgm:t>
    </dgm:pt>
    <dgm:pt modelId="{7A2E0BF6-4F04-4E0C-AE64-C84E923D1351}">
      <dgm:prSet phldrT="[텍스트]"/>
      <dgm:spPr/>
      <dgm:t>
        <a:bodyPr/>
        <a:lstStyle/>
        <a:p>
          <a:pPr latinLnBrk="1"/>
          <a:r>
            <a:rPr lang="ko-KR" altLang="en-US" dirty="0"/>
            <a:t>중앙 공유 저장소에 병합할 때 자동으로 빌드와 테스트를 실행하여 코드의 정상 작동 여부를 검증하는 소프트웨어 개발 방식</a:t>
          </a:r>
        </a:p>
      </dgm:t>
    </dgm:pt>
    <dgm:pt modelId="{630FBA11-6E88-4417-A9D4-7DD20DCCCF09}" type="parTrans" cxnId="{075D09B7-499A-4F55-8BDB-38110B6CBF79}">
      <dgm:prSet/>
      <dgm:spPr/>
      <dgm:t>
        <a:bodyPr/>
        <a:lstStyle/>
        <a:p>
          <a:pPr latinLnBrk="1"/>
          <a:endParaRPr lang="ko-KR" altLang="en-US"/>
        </a:p>
      </dgm:t>
    </dgm:pt>
    <dgm:pt modelId="{06C30C80-B914-43EE-A6A4-9A46520EFD43}" type="sibTrans" cxnId="{075D09B7-499A-4F55-8BDB-38110B6CBF79}">
      <dgm:prSet/>
      <dgm:spPr/>
      <dgm:t>
        <a:bodyPr/>
        <a:lstStyle/>
        <a:p>
          <a:pPr latinLnBrk="1"/>
          <a:endParaRPr lang="ko-KR" altLang="en-US"/>
        </a:p>
      </dgm:t>
    </dgm:pt>
    <dgm:pt modelId="{C9BED33D-A9C7-4E4E-BADD-C991C186BD4A}">
      <dgm:prSet phldrT="[텍스트]"/>
      <dgm:spPr/>
      <dgm:t>
        <a:bodyPr/>
        <a:lstStyle/>
        <a:p>
          <a:pPr latinLnBrk="1"/>
          <a:r>
            <a:rPr lang="ko-KR" altLang="en-US" dirty="0"/>
            <a:t>소프트웨어의 내부 소스 코드나 구조를 보지 않고</a:t>
          </a:r>
          <a:r>
            <a:rPr lang="en-US" altLang="ko-KR" dirty="0"/>
            <a:t>, </a:t>
          </a:r>
          <a:r>
            <a:rPr lang="ko-KR" altLang="en-US" dirty="0"/>
            <a:t>사용자의 관점에서 </a:t>
          </a:r>
          <a:r>
            <a:rPr lang="ko-KR" altLang="en-US" dirty="0" err="1"/>
            <a:t>입력값에</a:t>
          </a:r>
          <a:r>
            <a:rPr lang="ko-KR" altLang="en-US" dirty="0"/>
            <a:t> 따른 출력 결과가 제대로 나오는지 확인하는 기능 테스트</a:t>
          </a:r>
        </a:p>
      </dgm:t>
    </dgm:pt>
    <dgm:pt modelId="{D2E40CA9-6DF4-4046-B74E-5571A29FB6BE}" type="parTrans" cxnId="{CCBB7A19-4FF4-4A24-BE91-CD9F85DF3323}">
      <dgm:prSet/>
      <dgm:spPr/>
      <dgm:t>
        <a:bodyPr/>
        <a:lstStyle/>
        <a:p>
          <a:pPr latinLnBrk="1"/>
          <a:endParaRPr lang="ko-KR" altLang="en-US"/>
        </a:p>
      </dgm:t>
    </dgm:pt>
    <dgm:pt modelId="{4FB2A397-EC30-46CB-9F53-DC5C1C793986}" type="sibTrans" cxnId="{CCBB7A19-4FF4-4A24-BE91-CD9F85DF3323}">
      <dgm:prSet/>
      <dgm:spPr/>
      <dgm:t>
        <a:bodyPr/>
        <a:lstStyle/>
        <a:p>
          <a:pPr latinLnBrk="1"/>
          <a:endParaRPr lang="ko-KR" altLang="en-US"/>
        </a:p>
      </dgm:t>
    </dgm:pt>
    <dgm:pt modelId="{81BCE439-D678-49D0-BD16-9B3E71744DF9}">
      <dgm:prSet phldrT="[텍스트]"/>
      <dgm:spPr/>
      <dgm:t>
        <a:bodyPr/>
        <a:lstStyle/>
        <a:p>
          <a:pPr latinLnBrk="1"/>
          <a:r>
            <a:rPr lang="ko-KR" altLang="en-US" dirty="0"/>
            <a:t>요청 성공 </a:t>
          </a:r>
          <a:r>
            <a:rPr lang="en-US" altLang="ko-KR" dirty="0"/>
            <a:t>–&gt; </a:t>
          </a:r>
          <a:r>
            <a:rPr lang="en-US" b="0" dirty="0"/>
            <a:t>status.HTTP_200_OK</a:t>
          </a:r>
          <a:r>
            <a:rPr lang="en-US" altLang="ko-KR" dirty="0"/>
            <a:t>   /  </a:t>
          </a:r>
          <a:r>
            <a:rPr lang="ko-KR" altLang="en-US" dirty="0"/>
            <a:t>리소스 없음 </a:t>
          </a:r>
          <a:r>
            <a:rPr lang="en-US" altLang="ko-KR" dirty="0"/>
            <a:t>-&gt; </a:t>
          </a:r>
          <a:r>
            <a:rPr lang="en-US" b="0" dirty="0"/>
            <a:t>status.HTTP_404_NOT_FOUND</a:t>
          </a:r>
          <a:endParaRPr lang="ko-KR" altLang="en-US" dirty="0"/>
        </a:p>
      </dgm:t>
    </dgm:pt>
    <dgm:pt modelId="{02D33FCB-F33A-4910-9D53-BC6025413257}" type="parTrans" cxnId="{F852F3D2-3488-4599-9A17-B8647CCB4C27}">
      <dgm:prSet/>
      <dgm:spPr/>
      <dgm:t>
        <a:bodyPr/>
        <a:lstStyle/>
        <a:p>
          <a:pPr latinLnBrk="1"/>
          <a:endParaRPr lang="ko-KR" altLang="en-US"/>
        </a:p>
      </dgm:t>
    </dgm:pt>
    <dgm:pt modelId="{7A30EF2D-1A84-44F7-A6AD-4E4B31733CFB}" type="sibTrans" cxnId="{F852F3D2-3488-4599-9A17-B8647CCB4C27}">
      <dgm:prSet/>
      <dgm:spPr/>
      <dgm:t>
        <a:bodyPr/>
        <a:lstStyle/>
        <a:p>
          <a:pPr latinLnBrk="1"/>
          <a:endParaRPr lang="ko-KR" altLang="en-US"/>
        </a:p>
      </dgm:t>
    </dgm:pt>
    <dgm:pt modelId="{5A16C1A9-239A-47C1-B9DA-048E51ED87F2}">
      <dgm:prSet phldrT="[텍스트]"/>
      <dgm:spPr/>
      <dgm:t>
        <a:bodyPr/>
        <a:lstStyle/>
        <a:p>
          <a:pPr latinLnBrk="1"/>
          <a:r>
            <a:rPr lang="en-US" altLang="en-US" dirty="0"/>
            <a:t>7. </a:t>
          </a:r>
          <a:r>
            <a:rPr lang="ko-KR" altLang="en-US" dirty="0"/>
            <a:t>테스트 케이스에 반드시 포함되어야 하는 </a:t>
          </a:r>
          <a:r>
            <a:rPr lang="en-US" altLang="en-US" dirty="0"/>
            <a:t>3</a:t>
          </a:r>
          <a:r>
            <a:rPr lang="ko-KR" altLang="en-US" dirty="0"/>
            <a:t>가지 구성요소를 말할   수 있다</a:t>
          </a:r>
        </a:p>
      </dgm:t>
    </dgm:pt>
    <dgm:pt modelId="{ADE93C3B-FED5-4578-A4BD-2B0FBA3B241E}" type="parTrans" cxnId="{DCE1B328-75E7-4A2F-A1AE-3F041563087E}">
      <dgm:prSet/>
      <dgm:spPr/>
      <dgm:t>
        <a:bodyPr/>
        <a:lstStyle/>
        <a:p>
          <a:pPr latinLnBrk="1"/>
          <a:endParaRPr lang="ko-KR" altLang="en-US"/>
        </a:p>
      </dgm:t>
    </dgm:pt>
    <dgm:pt modelId="{992B7320-419A-4B44-963C-9C478E972E63}" type="sibTrans" cxnId="{DCE1B328-75E7-4A2F-A1AE-3F041563087E}">
      <dgm:prSet/>
      <dgm:spPr/>
      <dgm:t>
        <a:bodyPr/>
        <a:lstStyle/>
        <a:p>
          <a:pPr latinLnBrk="1"/>
          <a:endParaRPr lang="ko-KR" altLang="en-US"/>
        </a:p>
      </dgm:t>
    </dgm:pt>
    <dgm:pt modelId="{6801E142-662C-4501-B150-82CF03EEC1A5}">
      <dgm:prSet phldrT="[텍스트]"/>
      <dgm:spPr/>
      <dgm:t>
        <a:bodyPr/>
        <a:lstStyle/>
        <a:p>
          <a:pPr latinLnBrk="1"/>
          <a:r>
            <a:rPr lang="ko-KR" altLang="en-US" dirty="0"/>
            <a:t> </a:t>
          </a:r>
          <a:r>
            <a:rPr lang="en-US" altLang="en-US" dirty="0"/>
            <a:t>8. </a:t>
          </a:r>
          <a:r>
            <a:rPr lang="ko-KR" altLang="en-US" dirty="0"/>
            <a:t>결함보고서에 포함되어야 할 항목을 </a:t>
          </a:r>
          <a:r>
            <a:rPr lang="en-US" altLang="en-US" dirty="0"/>
            <a:t>3</a:t>
          </a:r>
          <a:r>
            <a:rPr lang="ko-KR" altLang="en-US" dirty="0"/>
            <a:t>가지 이상 말할 수 있다</a:t>
          </a:r>
          <a:r>
            <a:rPr lang="en-US" altLang="en-US" dirty="0"/>
            <a:t>. </a:t>
          </a:r>
          <a:endParaRPr lang="ko-KR" altLang="en-US" dirty="0"/>
        </a:p>
      </dgm:t>
    </dgm:pt>
    <dgm:pt modelId="{0D4D6CAC-A377-4A01-A714-150E06762E38}" type="parTrans" cxnId="{1C05D685-661C-49D2-BA03-D6695211D635}">
      <dgm:prSet/>
      <dgm:spPr/>
      <dgm:t>
        <a:bodyPr/>
        <a:lstStyle/>
        <a:p>
          <a:pPr latinLnBrk="1"/>
          <a:endParaRPr lang="ko-KR" altLang="en-US"/>
        </a:p>
      </dgm:t>
    </dgm:pt>
    <dgm:pt modelId="{202EB32F-4B6E-498B-9E4F-6E383BD8EB3F}" type="sibTrans" cxnId="{1C05D685-661C-49D2-BA03-D6695211D635}">
      <dgm:prSet/>
      <dgm:spPr/>
      <dgm:t>
        <a:bodyPr/>
        <a:lstStyle/>
        <a:p>
          <a:pPr latinLnBrk="1"/>
          <a:endParaRPr lang="ko-KR" altLang="en-US"/>
        </a:p>
      </dgm:t>
    </dgm:pt>
    <dgm:pt modelId="{18416B99-B59F-4B07-8025-8D5739873973}">
      <dgm:prSet phldrT="[텍스트]"/>
      <dgm:spPr/>
      <dgm:t>
        <a:bodyPr/>
        <a:lstStyle/>
        <a:p>
          <a:pPr latinLnBrk="1"/>
          <a:r>
            <a:rPr lang="ko-KR" altLang="en-US" dirty="0"/>
            <a:t> </a:t>
          </a:r>
          <a:r>
            <a:rPr lang="en-US" altLang="en-US" dirty="0"/>
            <a:t>9. CI(</a:t>
          </a:r>
          <a:r>
            <a:rPr lang="ko-KR" altLang="en-US" dirty="0"/>
            <a:t>지속적 통합</a:t>
          </a:r>
          <a:r>
            <a:rPr lang="en-US" altLang="en-US" dirty="0"/>
            <a:t>)</a:t>
          </a:r>
          <a:r>
            <a:rPr lang="ko-KR" altLang="en-US" dirty="0"/>
            <a:t>의 개념을 설명할 수 있다</a:t>
          </a:r>
          <a:r>
            <a:rPr lang="en-US" altLang="en-US" dirty="0"/>
            <a:t>.</a:t>
          </a:r>
          <a:endParaRPr lang="ko-KR" altLang="en-US" dirty="0"/>
        </a:p>
      </dgm:t>
    </dgm:pt>
    <dgm:pt modelId="{BC7C1151-1393-4BED-BF56-9298E981581C}" type="parTrans" cxnId="{0840DF29-6FF6-498D-9ED6-678BE40423D0}">
      <dgm:prSet/>
      <dgm:spPr/>
      <dgm:t>
        <a:bodyPr/>
        <a:lstStyle/>
        <a:p>
          <a:pPr latinLnBrk="1"/>
          <a:endParaRPr lang="ko-KR" altLang="en-US"/>
        </a:p>
      </dgm:t>
    </dgm:pt>
    <dgm:pt modelId="{BC8B211A-2BC1-4940-BF7D-66FBC7C77A07}" type="sibTrans" cxnId="{0840DF29-6FF6-498D-9ED6-678BE40423D0}">
      <dgm:prSet/>
      <dgm:spPr/>
      <dgm:t>
        <a:bodyPr/>
        <a:lstStyle/>
        <a:p>
          <a:pPr latinLnBrk="1"/>
          <a:endParaRPr lang="ko-KR" altLang="en-US"/>
        </a:p>
      </dgm:t>
    </dgm:pt>
    <dgm:pt modelId="{248FF2A8-E263-45A6-A771-DD4C0BE817DB}">
      <dgm:prSet phldrT="[텍스트]"/>
      <dgm:spPr/>
      <dgm:t>
        <a:bodyPr/>
        <a:lstStyle/>
        <a:p>
          <a:pPr latinLnBrk="1"/>
          <a:r>
            <a:rPr lang="en-US" altLang="en-US" dirty="0"/>
            <a:t>10. </a:t>
          </a:r>
          <a:r>
            <a:rPr lang="ko-KR" altLang="en-US" dirty="0"/>
            <a:t>블랙박스 테스트가 무엇인지 설명할 수 있다</a:t>
          </a:r>
        </a:p>
      </dgm:t>
    </dgm:pt>
    <dgm:pt modelId="{231734F2-B522-4587-A7D4-120C33B3CAA4}" type="parTrans" cxnId="{E619BD7D-704F-43C8-9B40-FFB7918D3913}">
      <dgm:prSet/>
      <dgm:spPr/>
      <dgm:t>
        <a:bodyPr/>
        <a:lstStyle/>
        <a:p>
          <a:pPr latinLnBrk="1"/>
          <a:endParaRPr lang="ko-KR" altLang="en-US"/>
        </a:p>
      </dgm:t>
    </dgm:pt>
    <dgm:pt modelId="{6F3FDCE6-347C-43AE-A217-59D26C03E6CE}" type="sibTrans" cxnId="{E619BD7D-704F-43C8-9B40-FFB7918D3913}">
      <dgm:prSet/>
      <dgm:spPr/>
      <dgm:t>
        <a:bodyPr/>
        <a:lstStyle/>
        <a:p>
          <a:pPr latinLnBrk="1"/>
          <a:endParaRPr lang="ko-KR" altLang="en-US"/>
        </a:p>
      </dgm:t>
    </dgm:pt>
    <dgm:pt modelId="{64B9AEA9-C670-4D4A-8045-2BA48D353601}" type="pres">
      <dgm:prSet presAssocID="{A50E15C9-C01C-40A6-8E85-7B9BE7FE8237}" presName="linear" presStyleCnt="0">
        <dgm:presLayoutVars>
          <dgm:animLvl val="lvl"/>
          <dgm:resizeHandles val="exact"/>
        </dgm:presLayoutVars>
      </dgm:prSet>
      <dgm:spPr/>
    </dgm:pt>
    <dgm:pt modelId="{5A0157F1-7C67-4053-AE9A-62E5D9B59CA0}" type="pres">
      <dgm:prSet presAssocID="{058763E4-1ED4-4025-9000-CF84CC4315A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E8A8437-0AAE-4C57-AD50-759B4EEEF230}" type="pres">
      <dgm:prSet presAssocID="{058763E4-1ED4-4025-9000-CF84CC4315A7}" presName="childText" presStyleLbl="revTx" presStyleIdx="0" presStyleCnt="5">
        <dgm:presLayoutVars>
          <dgm:bulletEnabled val="1"/>
        </dgm:presLayoutVars>
      </dgm:prSet>
      <dgm:spPr/>
    </dgm:pt>
    <dgm:pt modelId="{44B150D2-1B67-4457-8BF1-BFA475BBE6B1}" type="pres">
      <dgm:prSet presAssocID="{5A16C1A9-239A-47C1-B9DA-048E51ED87F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FC3114B-2FCC-479A-B7A8-B176A7BA4C27}" type="pres">
      <dgm:prSet presAssocID="{5A16C1A9-239A-47C1-B9DA-048E51ED87F2}" presName="childText" presStyleLbl="revTx" presStyleIdx="1" presStyleCnt="5">
        <dgm:presLayoutVars>
          <dgm:bulletEnabled val="1"/>
        </dgm:presLayoutVars>
      </dgm:prSet>
      <dgm:spPr/>
    </dgm:pt>
    <dgm:pt modelId="{29ACFE99-DC94-4408-97C1-E483640B0466}" type="pres">
      <dgm:prSet presAssocID="{6801E142-662C-4501-B150-82CF03EEC1A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761C0E9-9793-4991-8574-4967F148C895}" type="pres">
      <dgm:prSet presAssocID="{6801E142-662C-4501-B150-82CF03EEC1A5}" presName="childText" presStyleLbl="revTx" presStyleIdx="2" presStyleCnt="5">
        <dgm:presLayoutVars>
          <dgm:bulletEnabled val="1"/>
        </dgm:presLayoutVars>
      </dgm:prSet>
      <dgm:spPr/>
    </dgm:pt>
    <dgm:pt modelId="{EB8FA138-0CF8-484A-A10C-A99AE95A4969}" type="pres">
      <dgm:prSet presAssocID="{18416B99-B59F-4B07-8025-8D573987397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4CE3390-A361-48F6-8D1D-6005E082C7E8}" type="pres">
      <dgm:prSet presAssocID="{18416B99-B59F-4B07-8025-8D5739873973}" presName="childText" presStyleLbl="revTx" presStyleIdx="3" presStyleCnt="5">
        <dgm:presLayoutVars>
          <dgm:bulletEnabled val="1"/>
        </dgm:presLayoutVars>
      </dgm:prSet>
      <dgm:spPr/>
    </dgm:pt>
    <dgm:pt modelId="{846E71E4-6578-4B30-A2C9-B6D96A285D5E}" type="pres">
      <dgm:prSet presAssocID="{248FF2A8-E263-45A6-A771-DD4C0BE817D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A62D4F7B-7277-4099-82D3-EF97C8F1ACC1}" type="pres">
      <dgm:prSet presAssocID="{248FF2A8-E263-45A6-A771-DD4C0BE817DB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7749A805-B078-4B80-8255-EA4120445055}" srcId="{6801E142-662C-4501-B150-82CF03EEC1A5}" destId="{E4BCF1D8-7731-4106-9A54-20E21464F842}" srcOrd="0" destOrd="0" parTransId="{E13D747C-4A53-40E6-9932-E8E6033BC6E0}" sibTransId="{1E995C6E-BFD5-47AD-94D0-E8C10771E487}"/>
    <dgm:cxn modelId="{16ACFF0A-32CA-4942-BF18-F822A51FFAB9}" type="presOf" srcId="{629CB9CE-A0A6-416F-8432-F0B1EF420F9C}" destId="{2FC3114B-2FCC-479A-B7A8-B176A7BA4C27}" srcOrd="0" destOrd="0" presId="urn:microsoft.com/office/officeart/2005/8/layout/vList2"/>
    <dgm:cxn modelId="{FB447213-B39C-4EA0-A75C-B11EA00C9142}" type="presOf" srcId="{18416B99-B59F-4B07-8025-8D5739873973}" destId="{EB8FA138-0CF8-484A-A10C-A99AE95A4969}" srcOrd="0" destOrd="0" presId="urn:microsoft.com/office/officeart/2005/8/layout/vList2"/>
    <dgm:cxn modelId="{6E7B1717-F716-43BC-B164-73784AB48468}" type="presOf" srcId="{7A2E0BF6-4F04-4E0C-AE64-C84E923D1351}" destId="{64CE3390-A361-48F6-8D1D-6005E082C7E8}" srcOrd="0" destOrd="0" presId="urn:microsoft.com/office/officeart/2005/8/layout/vList2"/>
    <dgm:cxn modelId="{CCBB7A19-4FF4-4A24-BE91-CD9F85DF3323}" srcId="{248FF2A8-E263-45A6-A771-DD4C0BE817DB}" destId="{C9BED33D-A9C7-4E4E-BADD-C991C186BD4A}" srcOrd="0" destOrd="0" parTransId="{D2E40CA9-6DF4-4046-B74E-5571A29FB6BE}" sibTransId="{4FB2A397-EC30-46CB-9F53-DC5C1C793986}"/>
    <dgm:cxn modelId="{AF964A20-51A6-48F2-9E13-1D585AD436AC}" type="presOf" srcId="{E4BCF1D8-7731-4106-9A54-20E21464F842}" destId="{4761C0E9-9793-4991-8574-4967F148C895}" srcOrd="0" destOrd="0" presId="urn:microsoft.com/office/officeart/2005/8/layout/vList2"/>
    <dgm:cxn modelId="{DCE1B328-75E7-4A2F-A1AE-3F041563087E}" srcId="{A50E15C9-C01C-40A6-8E85-7B9BE7FE8237}" destId="{5A16C1A9-239A-47C1-B9DA-048E51ED87F2}" srcOrd="1" destOrd="0" parTransId="{ADE93C3B-FED5-4578-A4BD-2B0FBA3B241E}" sibTransId="{992B7320-419A-4B44-963C-9C478E972E63}"/>
    <dgm:cxn modelId="{0840DF29-6FF6-498D-9ED6-678BE40423D0}" srcId="{A50E15C9-C01C-40A6-8E85-7B9BE7FE8237}" destId="{18416B99-B59F-4B07-8025-8D5739873973}" srcOrd="3" destOrd="0" parTransId="{BC7C1151-1393-4BED-BF56-9298E981581C}" sibTransId="{BC8B211A-2BC1-4940-BF7D-66FBC7C77A07}"/>
    <dgm:cxn modelId="{25DAD24E-6459-4369-BFD7-C392EA7591E2}" type="presOf" srcId="{058763E4-1ED4-4025-9000-CF84CC4315A7}" destId="{5A0157F1-7C67-4053-AE9A-62E5D9B59CA0}" srcOrd="0" destOrd="0" presId="urn:microsoft.com/office/officeart/2005/8/layout/vList2"/>
    <dgm:cxn modelId="{95BF7752-C965-46A2-AF31-DC06D372E6F5}" type="presOf" srcId="{A50E15C9-C01C-40A6-8E85-7B9BE7FE8237}" destId="{64B9AEA9-C670-4D4A-8045-2BA48D353601}" srcOrd="0" destOrd="0" presId="urn:microsoft.com/office/officeart/2005/8/layout/vList2"/>
    <dgm:cxn modelId="{E619BD7D-704F-43C8-9B40-FFB7918D3913}" srcId="{A50E15C9-C01C-40A6-8E85-7B9BE7FE8237}" destId="{248FF2A8-E263-45A6-A771-DD4C0BE817DB}" srcOrd="4" destOrd="0" parTransId="{231734F2-B522-4587-A7D4-120C33B3CAA4}" sibTransId="{6F3FDCE6-347C-43AE-A217-59D26C03E6CE}"/>
    <dgm:cxn modelId="{1C05D685-661C-49D2-BA03-D6695211D635}" srcId="{A50E15C9-C01C-40A6-8E85-7B9BE7FE8237}" destId="{6801E142-662C-4501-B150-82CF03EEC1A5}" srcOrd="2" destOrd="0" parTransId="{0D4D6CAC-A377-4A01-A714-150E06762E38}" sibTransId="{202EB32F-4B6E-498B-9E4F-6E383BD8EB3F}"/>
    <dgm:cxn modelId="{30C7BF8A-43A5-4D8A-AD69-1198279AB26E}" type="presOf" srcId="{5A16C1A9-239A-47C1-B9DA-048E51ED87F2}" destId="{44B150D2-1B67-4457-8BF1-BFA475BBE6B1}" srcOrd="0" destOrd="0" presId="urn:microsoft.com/office/officeart/2005/8/layout/vList2"/>
    <dgm:cxn modelId="{1A6CCD8E-7627-4D12-B2F7-35B3D480C36B}" srcId="{A50E15C9-C01C-40A6-8E85-7B9BE7FE8237}" destId="{058763E4-1ED4-4025-9000-CF84CC4315A7}" srcOrd="0" destOrd="0" parTransId="{770B3FB3-81AB-4064-AA54-F799E183B00B}" sibTransId="{6631218E-9887-42FB-9703-04B3F7D7F6D5}"/>
    <dgm:cxn modelId="{075D09B7-499A-4F55-8BDB-38110B6CBF79}" srcId="{18416B99-B59F-4B07-8025-8D5739873973}" destId="{7A2E0BF6-4F04-4E0C-AE64-C84E923D1351}" srcOrd="0" destOrd="0" parTransId="{630FBA11-6E88-4417-A9D4-7DD20DCCCF09}" sibTransId="{06C30C80-B914-43EE-A6A4-9A46520EFD43}"/>
    <dgm:cxn modelId="{78F27BCB-D6A3-477C-9B8F-B8814052D06D}" type="presOf" srcId="{C9BED33D-A9C7-4E4E-BADD-C991C186BD4A}" destId="{A62D4F7B-7277-4099-82D3-EF97C8F1ACC1}" srcOrd="0" destOrd="0" presId="urn:microsoft.com/office/officeart/2005/8/layout/vList2"/>
    <dgm:cxn modelId="{97A8D5CE-5CE0-4D9A-8204-B98FE5BEE349}" srcId="{5A16C1A9-239A-47C1-B9DA-048E51ED87F2}" destId="{629CB9CE-A0A6-416F-8432-F0B1EF420F9C}" srcOrd="0" destOrd="0" parTransId="{35007C63-2403-49B6-B263-813325D5B623}" sibTransId="{96C0AD61-4019-45A9-8F47-EEFF3642350B}"/>
    <dgm:cxn modelId="{C81D69D1-06E4-46A4-A95D-50518A67C10B}" type="presOf" srcId="{81BCE439-D678-49D0-BD16-9B3E71744DF9}" destId="{DE8A8437-0AAE-4C57-AD50-759B4EEEF230}" srcOrd="0" destOrd="0" presId="urn:microsoft.com/office/officeart/2005/8/layout/vList2"/>
    <dgm:cxn modelId="{F852F3D2-3488-4599-9A17-B8647CCB4C27}" srcId="{058763E4-1ED4-4025-9000-CF84CC4315A7}" destId="{81BCE439-D678-49D0-BD16-9B3E71744DF9}" srcOrd="0" destOrd="0" parTransId="{02D33FCB-F33A-4910-9D53-BC6025413257}" sibTransId="{7A30EF2D-1A84-44F7-A6AD-4E4B31733CFB}"/>
    <dgm:cxn modelId="{31F777D7-1280-42D8-82C6-C843F6AD7719}" type="presOf" srcId="{248FF2A8-E263-45A6-A771-DD4C0BE817DB}" destId="{846E71E4-6578-4B30-A2C9-B6D96A285D5E}" srcOrd="0" destOrd="0" presId="urn:microsoft.com/office/officeart/2005/8/layout/vList2"/>
    <dgm:cxn modelId="{5B9612DC-ECE1-4EFF-990D-7C12A76AA6BA}" type="presOf" srcId="{6801E142-662C-4501-B150-82CF03EEC1A5}" destId="{29ACFE99-DC94-4408-97C1-E483640B0466}" srcOrd="0" destOrd="0" presId="urn:microsoft.com/office/officeart/2005/8/layout/vList2"/>
    <dgm:cxn modelId="{EEF11EE2-A01B-42B3-98FD-B299A8012841}" type="presParOf" srcId="{64B9AEA9-C670-4D4A-8045-2BA48D353601}" destId="{5A0157F1-7C67-4053-AE9A-62E5D9B59CA0}" srcOrd="0" destOrd="0" presId="urn:microsoft.com/office/officeart/2005/8/layout/vList2"/>
    <dgm:cxn modelId="{EF2F7622-331F-4F2F-AE6A-7E6FB6952E46}" type="presParOf" srcId="{64B9AEA9-C670-4D4A-8045-2BA48D353601}" destId="{DE8A8437-0AAE-4C57-AD50-759B4EEEF230}" srcOrd="1" destOrd="0" presId="urn:microsoft.com/office/officeart/2005/8/layout/vList2"/>
    <dgm:cxn modelId="{360DEE81-76C2-4818-877B-3183A96392E5}" type="presParOf" srcId="{64B9AEA9-C670-4D4A-8045-2BA48D353601}" destId="{44B150D2-1B67-4457-8BF1-BFA475BBE6B1}" srcOrd="2" destOrd="0" presId="urn:microsoft.com/office/officeart/2005/8/layout/vList2"/>
    <dgm:cxn modelId="{1C1106DC-2976-420B-B30D-CE57580BDF59}" type="presParOf" srcId="{64B9AEA9-C670-4D4A-8045-2BA48D353601}" destId="{2FC3114B-2FCC-479A-B7A8-B176A7BA4C27}" srcOrd="3" destOrd="0" presId="urn:microsoft.com/office/officeart/2005/8/layout/vList2"/>
    <dgm:cxn modelId="{0EDE67BF-401C-424A-91BE-F6CAAFB2E813}" type="presParOf" srcId="{64B9AEA9-C670-4D4A-8045-2BA48D353601}" destId="{29ACFE99-DC94-4408-97C1-E483640B0466}" srcOrd="4" destOrd="0" presId="urn:microsoft.com/office/officeart/2005/8/layout/vList2"/>
    <dgm:cxn modelId="{328A7B59-D235-489E-A165-31CA557BB0B1}" type="presParOf" srcId="{64B9AEA9-C670-4D4A-8045-2BA48D353601}" destId="{4761C0E9-9793-4991-8574-4967F148C895}" srcOrd="5" destOrd="0" presId="urn:microsoft.com/office/officeart/2005/8/layout/vList2"/>
    <dgm:cxn modelId="{81E39B86-7294-47BE-A53D-D87A1954D979}" type="presParOf" srcId="{64B9AEA9-C670-4D4A-8045-2BA48D353601}" destId="{EB8FA138-0CF8-484A-A10C-A99AE95A4969}" srcOrd="6" destOrd="0" presId="urn:microsoft.com/office/officeart/2005/8/layout/vList2"/>
    <dgm:cxn modelId="{61DF31B1-2FC3-4A79-99F7-36D67FDF0090}" type="presParOf" srcId="{64B9AEA9-C670-4D4A-8045-2BA48D353601}" destId="{64CE3390-A361-48F6-8D1D-6005E082C7E8}" srcOrd="7" destOrd="0" presId="urn:microsoft.com/office/officeart/2005/8/layout/vList2"/>
    <dgm:cxn modelId="{2474F238-D61E-451E-891B-CAF8F7D8DBBD}" type="presParOf" srcId="{64B9AEA9-C670-4D4A-8045-2BA48D353601}" destId="{846E71E4-6578-4B30-A2C9-B6D96A285D5E}" srcOrd="8" destOrd="0" presId="urn:microsoft.com/office/officeart/2005/8/layout/vList2"/>
    <dgm:cxn modelId="{8B3B899C-E284-46B4-A547-F5C406F819B0}" type="presParOf" srcId="{64B9AEA9-C670-4D4A-8045-2BA48D353601}" destId="{A62D4F7B-7277-4099-82D3-EF97C8F1ACC1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157F1-7C67-4053-AE9A-62E5D9B59CA0}">
      <dsp:nvSpPr>
        <dsp:cNvPr id="0" name=""/>
        <dsp:cNvSpPr/>
      </dsp:nvSpPr>
      <dsp:spPr>
        <a:xfrm>
          <a:off x="0" y="0"/>
          <a:ext cx="10515600" cy="557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1. </a:t>
          </a:r>
          <a:r>
            <a:rPr lang="ko-KR" altLang="en-US" sz="1800" kern="1200" dirty="0"/>
            <a:t>소프트웨어 테스트를 수행하는 근본적인 목적을 설명할 수 있다</a:t>
          </a:r>
          <a:r>
            <a:rPr lang="en-US" altLang="en-US" sz="1800" kern="1200" dirty="0"/>
            <a:t>.</a:t>
          </a:r>
          <a:endParaRPr lang="ko-KR" altLang="en-US" sz="1800" kern="1200" dirty="0"/>
        </a:p>
      </dsp:txBody>
      <dsp:txXfrm>
        <a:off x="27194" y="27194"/>
        <a:ext cx="10461212" cy="502674"/>
      </dsp:txXfrm>
    </dsp:sp>
    <dsp:sp modelId="{AFC9907D-208F-4F88-BDAC-0671B88CF1C0}">
      <dsp:nvSpPr>
        <dsp:cNvPr id="0" name=""/>
        <dsp:cNvSpPr/>
      </dsp:nvSpPr>
      <dsp:spPr>
        <a:xfrm>
          <a:off x="0" y="511269"/>
          <a:ext cx="10515600" cy="576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사용자가 요구하는 기능을 제대로 </a:t>
          </a:r>
          <a:r>
            <a:rPr lang="ko-KR" altLang="en-US" sz="1400" kern="1200" dirty="0" err="1"/>
            <a:t>수행하는지와</a:t>
          </a:r>
          <a:r>
            <a:rPr lang="ko-KR" altLang="en-US" sz="1400" kern="1200" dirty="0"/>
            <a:t> 성능과 사용성</a:t>
          </a:r>
          <a:r>
            <a:rPr lang="en-US" altLang="ko-KR" sz="1400" kern="1200" dirty="0"/>
            <a:t>, </a:t>
          </a:r>
          <a:r>
            <a:rPr lang="ko-KR" altLang="en-US" sz="1400" kern="1200" dirty="0"/>
            <a:t>안전성 등에 대한 요건을 만족하는지 확인하기 위해 검사하고 평가하기 위해 수행한다</a:t>
          </a:r>
        </a:p>
      </dsp:txBody>
      <dsp:txXfrm>
        <a:off x="0" y="511269"/>
        <a:ext cx="10515600" cy="576185"/>
      </dsp:txXfrm>
    </dsp:sp>
    <dsp:sp modelId="{3FBAEFCF-D3AD-459E-8F3F-2B637BB76639}">
      <dsp:nvSpPr>
        <dsp:cNvPr id="0" name=""/>
        <dsp:cNvSpPr/>
      </dsp:nvSpPr>
      <dsp:spPr>
        <a:xfrm>
          <a:off x="0" y="1057526"/>
          <a:ext cx="10515600" cy="5683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2. </a:t>
          </a:r>
          <a:r>
            <a:rPr lang="ko-KR" altLang="en-US" sz="1800" kern="1200" dirty="0"/>
            <a:t>단위 테스트와 통합 테스트의 개념 차이를 구분하여 설명할 수 있다</a:t>
          </a:r>
        </a:p>
      </dsp:txBody>
      <dsp:txXfrm>
        <a:off x="27743" y="1085269"/>
        <a:ext cx="10460114" cy="512830"/>
      </dsp:txXfrm>
    </dsp:sp>
    <dsp:sp modelId="{5717D8E1-8B1A-4959-8168-9DAC26418384}">
      <dsp:nvSpPr>
        <dsp:cNvPr id="0" name=""/>
        <dsp:cNvSpPr/>
      </dsp:nvSpPr>
      <dsp:spPr>
        <a:xfrm>
          <a:off x="0" y="1668919"/>
          <a:ext cx="10515600" cy="598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단위 테스트는 작게 분리된 소프트웨어 내에서 결함을 찾고 기능을 검증하고</a:t>
          </a:r>
          <a:r>
            <a:rPr lang="en-US" altLang="ko-KR" sz="1400" kern="1200" dirty="0"/>
            <a:t>, </a:t>
          </a:r>
          <a:r>
            <a:rPr lang="ko-KR" altLang="en-US" sz="1400" kern="1200" dirty="0"/>
            <a:t>통합 테스트는 단위 테스트를 통해 독립적인 검증을 수행한 후 이들 사이의 인터페이스를 테스트한다</a:t>
          </a:r>
          <a:r>
            <a:rPr lang="en-US" altLang="ko-KR" sz="1400" kern="1200" dirty="0"/>
            <a:t>.</a:t>
          </a:r>
          <a:r>
            <a:rPr lang="ko-KR" altLang="en-US" sz="1400" kern="1200" dirty="0"/>
            <a:t> </a:t>
          </a:r>
        </a:p>
      </dsp:txBody>
      <dsp:txXfrm>
        <a:off x="0" y="1668919"/>
        <a:ext cx="10515600" cy="598373"/>
      </dsp:txXfrm>
    </dsp:sp>
    <dsp:sp modelId="{4070C9DB-256D-4D89-A5C1-BA77F4744691}">
      <dsp:nvSpPr>
        <dsp:cNvPr id="0" name=""/>
        <dsp:cNvSpPr/>
      </dsp:nvSpPr>
      <dsp:spPr>
        <a:xfrm>
          <a:off x="0" y="2349270"/>
          <a:ext cx="10515600" cy="56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 </a:t>
          </a:r>
          <a:r>
            <a:rPr lang="en-US" altLang="en-US" sz="1800" kern="1200" dirty="0"/>
            <a:t>3. </a:t>
          </a:r>
          <a:r>
            <a:rPr lang="ko-KR" altLang="en-US" sz="1800" kern="1200" dirty="0"/>
            <a:t>성능 테스트가 무엇을 확인하기 위한 테스트인지 설명할 수 있다</a:t>
          </a:r>
        </a:p>
      </dsp:txBody>
      <dsp:txXfrm>
        <a:off x="27415" y="2376685"/>
        <a:ext cx="10460770" cy="506770"/>
      </dsp:txXfrm>
    </dsp:sp>
    <dsp:sp modelId="{2426AA1D-7302-4A0F-9327-B1B1F7DFA0F6}">
      <dsp:nvSpPr>
        <dsp:cNvPr id="0" name=""/>
        <dsp:cNvSpPr/>
      </dsp:nvSpPr>
      <dsp:spPr>
        <a:xfrm>
          <a:off x="0" y="2933759"/>
          <a:ext cx="10515600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다양한 조건에서 응답 속도</a:t>
          </a:r>
          <a:r>
            <a:rPr lang="en-US" altLang="ko-KR" sz="1400" kern="1200" dirty="0"/>
            <a:t>, </a:t>
          </a:r>
          <a:r>
            <a:rPr lang="ko-KR" altLang="en-US" sz="1400" kern="1200" dirty="0"/>
            <a:t>처리량</a:t>
          </a:r>
          <a:r>
            <a:rPr lang="en-US" altLang="ko-KR" sz="1400" kern="1200" dirty="0"/>
            <a:t>, </a:t>
          </a:r>
          <a:r>
            <a:rPr lang="ko-KR" altLang="en-US" sz="1400" kern="1200" dirty="0"/>
            <a:t>자원 사용률 등을 내부에 합의된 일정 수준 이상의 조건을 보장하는지 검증하는 테스트이다</a:t>
          </a:r>
          <a:r>
            <a:rPr lang="en-US" altLang="ko-KR" sz="1400" kern="1200" dirty="0"/>
            <a:t>.</a:t>
          </a:r>
          <a:endParaRPr lang="ko-KR" altLang="en-US" sz="1400" kern="1200" dirty="0"/>
        </a:p>
      </dsp:txBody>
      <dsp:txXfrm>
        <a:off x="0" y="2933759"/>
        <a:ext cx="10515600" cy="331200"/>
      </dsp:txXfrm>
    </dsp:sp>
    <dsp:sp modelId="{A5A82361-43C5-40C2-B27B-4E3ED4189F74}">
      <dsp:nvSpPr>
        <dsp:cNvPr id="0" name=""/>
        <dsp:cNvSpPr/>
      </dsp:nvSpPr>
      <dsp:spPr>
        <a:xfrm>
          <a:off x="0" y="3242968"/>
          <a:ext cx="10515600" cy="56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4. Python </a:t>
          </a:r>
          <a:r>
            <a:rPr lang="ko-KR" altLang="en-US" sz="1800" kern="1200" dirty="0"/>
            <a:t>테스트 코드 작성에 사용하는 대표 프레임워크 이름을 말할 수 있다</a:t>
          </a:r>
          <a:r>
            <a:rPr lang="en-US" altLang="en-US" sz="1800" kern="1200" dirty="0"/>
            <a:t>.</a:t>
          </a:r>
          <a:endParaRPr lang="ko-KR" altLang="en-US" sz="1800" kern="1200" dirty="0"/>
        </a:p>
      </dsp:txBody>
      <dsp:txXfrm>
        <a:off x="27415" y="3270383"/>
        <a:ext cx="10460770" cy="506770"/>
      </dsp:txXfrm>
    </dsp:sp>
    <dsp:sp modelId="{C410F379-5C0C-41E8-9393-A7D82EB8578B}">
      <dsp:nvSpPr>
        <dsp:cNvPr id="0" name=""/>
        <dsp:cNvSpPr/>
      </dsp:nvSpPr>
      <dsp:spPr>
        <a:xfrm>
          <a:off x="0" y="3804528"/>
          <a:ext cx="10515600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ko-KR" sz="1400" kern="1200" dirty="0" err="1">
              <a:latin typeface="+mn-ea"/>
              <a:ea typeface="+mn-ea"/>
            </a:rPr>
            <a:t>Pytest</a:t>
          </a:r>
          <a:endParaRPr lang="ko-KR" altLang="en-US" sz="1400" kern="1200" dirty="0">
            <a:latin typeface="+mn-ea"/>
            <a:ea typeface="+mn-ea"/>
          </a:endParaRPr>
        </a:p>
      </dsp:txBody>
      <dsp:txXfrm>
        <a:off x="0" y="3804528"/>
        <a:ext cx="10515600" cy="331200"/>
      </dsp:txXfrm>
    </dsp:sp>
    <dsp:sp modelId="{B7AC8331-ED15-4899-8300-1EB787792BFF}">
      <dsp:nvSpPr>
        <dsp:cNvPr id="0" name=""/>
        <dsp:cNvSpPr/>
      </dsp:nvSpPr>
      <dsp:spPr>
        <a:xfrm>
          <a:off x="0" y="4178231"/>
          <a:ext cx="10515600" cy="56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5. </a:t>
          </a:r>
          <a:r>
            <a:rPr lang="en-US" altLang="en-US" sz="1800" kern="1200" dirty="0" err="1"/>
            <a:t>FastAPI</a:t>
          </a:r>
          <a:r>
            <a:rPr lang="en-US" altLang="en-US" sz="1800" kern="1200" dirty="0"/>
            <a:t> </a:t>
          </a:r>
          <a:r>
            <a:rPr lang="ko-KR" altLang="en-US" sz="1800" kern="1200" dirty="0" err="1"/>
            <a:t>엔드포인트를</a:t>
          </a:r>
          <a:r>
            <a:rPr lang="ko-KR" altLang="en-US" sz="1800" kern="1200" dirty="0"/>
            <a:t> 서버 구동 없이 테스트하는 방법</a:t>
          </a:r>
          <a:r>
            <a:rPr lang="en-US" altLang="en-US" sz="1800" kern="1200" dirty="0"/>
            <a:t>(</a:t>
          </a:r>
          <a:r>
            <a:rPr lang="ko-KR" altLang="en-US" sz="1800" kern="1200" dirty="0"/>
            <a:t>도구</a:t>
          </a:r>
          <a:r>
            <a:rPr lang="en-US" altLang="en-US" sz="1800" kern="1200" dirty="0"/>
            <a:t>)</a:t>
          </a:r>
          <a:r>
            <a:rPr lang="ko-KR" altLang="en-US" sz="1800" kern="1200" dirty="0"/>
            <a:t>을 말할 수 있다</a:t>
          </a:r>
        </a:p>
      </dsp:txBody>
      <dsp:txXfrm>
        <a:off x="27415" y="4205646"/>
        <a:ext cx="10460770" cy="506770"/>
      </dsp:txXfrm>
    </dsp:sp>
    <dsp:sp modelId="{88EEFC7C-2279-41B8-889D-09EFFE3DF342}">
      <dsp:nvSpPr>
        <dsp:cNvPr id="0" name=""/>
        <dsp:cNvSpPr/>
      </dsp:nvSpPr>
      <dsp:spPr>
        <a:xfrm>
          <a:off x="0" y="4650968"/>
          <a:ext cx="10515600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17780" rIns="99568" bIns="1778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ko-KR" sz="1400" kern="1200" dirty="0" err="1">
              <a:latin typeface="+mn-ea"/>
              <a:ea typeface="+mn-ea"/>
            </a:rPr>
            <a:t>TestClient</a:t>
          </a:r>
          <a:endParaRPr lang="ko-KR" altLang="en-US" sz="1400" kern="1200" dirty="0">
            <a:latin typeface="+mn-ea"/>
            <a:ea typeface="+mn-ea"/>
          </a:endParaRPr>
        </a:p>
      </dsp:txBody>
      <dsp:txXfrm>
        <a:off x="0" y="4650968"/>
        <a:ext cx="10515600" cy="331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157F1-7C67-4053-AE9A-62E5D9B59CA0}">
      <dsp:nvSpPr>
        <dsp:cNvPr id="0" name=""/>
        <dsp:cNvSpPr/>
      </dsp:nvSpPr>
      <dsp:spPr>
        <a:xfrm>
          <a:off x="0" y="47429"/>
          <a:ext cx="10515600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6. </a:t>
          </a:r>
          <a:r>
            <a:rPr lang="ko-KR" altLang="en-US" sz="1800" kern="1200" dirty="0"/>
            <a:t>요청 성공</a:t>
          </a:r>
          <a:r>
            <a:rPr lang="en-US" altLang="en-US" sz="1800" kern="1200" dirty="0"/>
            <a:t>/</a:t>
          </a:r>
          <a:r>
            <a:rPr lang="ko-KR" altLang="en-US" sz="1800" kern="1200" dirty="0"/>
            <a:t>리소스 없음에 해당하는 </a:t>
          </a:r>
          <a:r>
            <a:rPr lang="en-US" altLang="en-US" sz="1800" kern="1200" dirty="0"/>
            <a:t>HTTP </a:t>
          </a:r>
          <a:r>
            <a:rPr lang="ko-KR" altLang="en-US" sz="1800" kern="1200" dirty="0"/>
            <a:t>상태 코드를 각각 말할 수 있다</a:t>
          </a:r>
          <a:r>
            <a:rPr lang="en-US" altLang="en-US" sz="1800" kern="1200" dirty="0"/>
            <a:t>. </a:t>
          </a:r>
          <a:endParaRPr lang="ko-KR" altLang="en-US" sz="1800" kern="1200" dirty="0"/>
        </a:p>
      </dsp:txBody>
      <dsp:txXfrm>
        <a:off x="27244" y="74673"/>
        <a:ext cx="10461112" cy="503601"/>
      </dsp:txXfrm>
    </dsp:sp>
    <dsp:sp modelId="{DE8A8437-0AAE-4C57-AD50-759B4EEEF230}">
      <dsp:nvSpPr>
        <dsp:cNvPr id="0" name=""/>
        <dsp:cNvSpPr/>
      </dsp:nvSpPr>
      <dsp:spPr>
        <a:xfrm>
          <a:off x="0" y="605519"/>
          <a:ext cx="10515600" cy="335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요청 성공 </a:t>
          </a:r>
          <a:r>
            <a:rPr lang="en-US" altLang="ko-KR" sz="1400" kern="1200" dirty="0"/>
            <a:t>–&gt; </a:t>
          </a:r>
          <a:r>
            <a:rPr lang="en-US" sz="1400" b="0" kern="1200" dirty="0"/>
            <a:t>status.HTTP_200_OK</a:t>
          </a:r>
          <a:r>
            <a:rPr lang="en-US" altLang="ko-KR" sz="1400" kern="1200" dirty="0"/>
            <a:t>   /  </a:t>
          </a:r>
          <a:r>
            <a:rPr lang="ko-KR" altLang="en-US" sz="1400" kern="1200" dirty="0"/>
            <a:t>리소스 없음 </a:t>
          </a:r>
          <a:r>
            <a:rPr lang="en-US" altLang="ko-KR" sz="1400" kern="1200" dirty="0"/>
            <a:t>-&gt; </a:t>
          </a:r>
          <a:r>
            <a:rPr lang="en-US" sz="1400" b="0" kern="1200" dirty="0"/>
            <a:t>status.HTTP_404_NOT_FOUND</a:t>
          </a:r>
          <a:endParaRPr lang="ko-KR" altLang="en-US" sz="1400" kern="1200" dirty="0"/>
        </a:p>
      </dsp:txBody>
      <dsp:txXfrm>
        <a:off x="0" y="605519"/>
        <a:ext cx="10515600" cy="335340"/>
      </dsp:txXfrm>
    </dsp:sp>
    <dsp:sp modelId="{44B150D2-1B67-4457-8BF1-BFA475BBE6B1}">
      <dsp:nvSpPr>
        <dsp:cNvPr id="0" name=""/>
        <dsp:cNvSpPr/>
      </dsp:nvSpPr>
      <dsp:spPr>
        <a:xfrm>
          <a:off x="0" y="940859"/>
          <a:ext cx="10515600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7. </a:t>
          </a:r>
          <a:r>
            <a:rPr lang="ko-KR" altLang="en-US" sz="1800" kern="1200" dirty="0"/>
            <a:t>테스트 케이스에 반드시 포함되어야 하는 </a:t>
          </a:r>
          <a:r>
            <a:rPr lang="en-US" altLang="en-US" sz="1800" kern="1200" dirty="0"/>
            <a:t>3</a:t>
          </a:r>
          <a:r>
            <a:rPr lang="ko-KR" altLang="en-US" sz="1800" kern="1200" dirty="0"/>
            <a:t>가지 구성요소를 말할   수 있다</a:t>
          </a:r>
        </a:p>
      </dsp:txBody>
      <dsp:txXfrm>
        <a:off x="27244" y="968103"/>
        <a:ext cx="10461112" cy="503601"/>
      </dsp:txXfrm>
    </dsp:sp>
    <dsp:sp modelId="{2FC3114B-2FCC-479A-B7A8-B176A7BA4C27}">
      <dsp:nvSpPr>
        <dsp:cNvPr id="0" name=""/>
        <dsp:cNvSpPr/>
      </dsp:nvSpPr>
      <dsp:spPr>
        <a:xfrm>
          <a:off x="0" y="1498949"/>
          <a:ext cx="10515600" cy="335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 err="1"/>
            <a:t>입력값</a:t>
          </a:r>
          <a:r>
            <a:rPr lang="ko-KR" altLang="en-US" sz="1400" kern="1200" dirty="0"/>
            <a:t> </a:t>
          </a:r>
          <a:r>
            <a:rPr lang="en-US" altLang="ko-KR" sz="1400" kern="1200" dirty="0"/>
            <a:t>/ </a:t>
          </a:r>
          <a:r>
            <a:rPr lang="ko-KR" altLang="en-US" sz="1400" kern="1200" dirty="0"/>
            <a:t>실행 절차 </a:t>
          </a:r>
          <a:r>
            <a:rPr lang="en-US" altLang="ko-KR" sz="1400" kern="1200" dirty="0"/>
            <a:t>/ </a:t>
          </a:r>
          <a:r>
            <a:rPr lang="ko-KR" altLang="en-US" sz="1400" kern="1200" dirty="0"/>
            <a:t>예상 결과</a:t>
          </a:r>
        </a:p>
      </dsp:txBody>
      <dsp:txXfrm>
        <a:off x="0" y="1498949"/>
        <a:ext cx="10515600" cy="335340"/>
      </dsp:txXfrm>
    </dsp:sp>
    <dsp:sp modelId="{29ACFE99-DC94-4408-97C1-E483640B0466}">
      <dsp:nvSpPr>
        <dsp:cNvPr id="0" name=""/>
        <dsp:cNvSpPr/>
      </dsp:nvSpPr>
      <dsp:spPr>
        <a:xfrm>
          <a:off x="0" y="1834289"/>
          <a:ext cx="10515600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 </a:t>
          </a:r>
          <a:r>
            <a:rPr lang="en-US" altLang="en-US" sz="1800" kern="1200" dirty="0"/>
            <a:t>8. </a:t>
          </a:r>
          <a:r>
            <a:rPr lang="ko-KR" altLang="en-US" sz="1800" kern="1200" dirty="0"/>
            <a:t>결함보고서에 포함되어야 할 항목을 </a:t>
          </a:r>
          <a:r>
            <a:rPr lang="en-US" altLang="en-US" sz="1800" kern="1200" dirty="0"/>
            <a:t>3</a:t>
          </a:r>
          <a:r>
            <a:rPr lang="ko-KR" altLang="en-US" sz="1800" kern="1200" dirty="0"/>
            <a:t>가지 이상 말할 수 있다</a:t>
          </a:r>
          <a:r>
            <a:rPr lang="en-US" altLang="en-US" sz="1800" kern="1200" dirty="0"/>
            <a:t>. </a:t>
          </a:r>
          <a:endParaRPr lang="ko-KR" altLang="en-US" sz="1800" kern="1200" dirty="0"/>
        </a:p>
      </dsp:txBody>
      <dsp:txXfrm>
        <a:off x="27244" y="1861533"/>
        <a:ext cx="10461112" cy="503601"/>
      </dsp:txXfrm>
    </dsp:sp>
    <dsp:sp modelId="{4761C0E9-9793-4991-8574-4967F148C895}">
      <dsp:nvSpPr>
        <dsp:cNvPr id="0" name=""/>
        <dsp:cNvSpPr/>
      </dsp:nvSpPr>
      <dsp:spPr>
        <a:xfrm>
          <a:off x="0" y="2392379"/>
          <a:ext cx="10515600" cy="335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결함</a:t>
          </a:r>
          <a:r>
            <a:rPr lang="en-US" altLang="ko-KR" sz="1400" kern="1200" dirty="0"/>
            <a:t>ID / </a:t>
          </a:r>
          <a:r>
            <a:rPr lang="ko-KR" altLang="en-US" sz="1400" kern="1200" dirty="0"/>
            <a:t>테스트 케이스 </a:t>
          </a:r>
          <a:r>
            <a:rPr lang="en-US" altLang="ko-KR" sz="1400" kern="1200" dirty="0"/>
            <a:t>ID / </a:t>
          </a:r>
          <a:r>
            <a:rPr lang="ko-KR" altLang="en-US" sz="1400" kern="1200" dirty="0"/>
            <a:t>결함 제목 </a:t>
          </a:r>
          <a:r>
            <a:rPr lang="en-US" altLang="ko-KR" sz="1400" kern="1200" dirty="0"/>
            <a:t>/ </a:t>
          </a:r>
          <a:r>
            <a:rPr lang="ko-KR" altLang="en-US" sz="1400" kern="1200" dirty="0"/>
            <a:t>결함 발생 기능 </a:t>
          </a:r>
          <a:r>
            <a:rPr lang="en-US" altLang="ko-KR" sz="1400" kern="1200" dirty="0"/>
            <a:t>/  </a:t>
          </a:r>
          <a:r>
            <a:rPr lang="ko-KR" altLang="en-US" sz="1400" kern="1200" dirty="0"/>
            <a:t>결함 유형 </a:t>
          </a:r>
          <a:r>
            <a:rPr lang="en-US" altLang="ko-KR" sz="1400" kern="1200" dirty="0"/>
            <a:t>/ </a:t>
          </a:r>
          <a:r>
            <a:rPr lang="ko-KR" altLang="en-US" sz="1400" kern="1200" dirty="0"/>
            <a:t>결함 등급</a:t>
          </a:r>
        </a:p>
      </dsp:txBody>
      <dsp:txXfrm>
        <a:off x="0" y="2392379"/>
        <a:ext cx="10515600" cy="335340"/>
      </dsp:txXfrm>
    </dsp:sp>
    <dsp:sp modelId="{EB8FA138-0CF8-484A-A10C-A99AE95A4969}">
      <dsp:nvSpPr>
        <dsp:cNvPr id="0" name=""/>
        <dsp:cNvSpPr/>
      </dsp:nvSpPr>
      <dsp:spPr>
        <a:xfrm>
          <a:off x="0" y="2727719"/>
          <a:ext cx="10515600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 </a:t>
          </a:r>
          <a:r>
            <a:rPr lang="en-US" altLang="en-US" sz="1800" kern="1200" dirty="0"/>
            <a:t>9. CI(</a:t>
          </a:r>
          <a:r>
            <a:rPr lang="ko-KR" altLang="en-US" sz="1800" kern="1200" dirty="0"/>
            <a:t>지속적 통합</a:t>
          </a:r>
          <a:r>
            <a:rPr lang="en-US" altLang="en-US" sz="1800" kern="1200" dirty="0"/>
            <a:t>)</a:t>
          </a:r>
          <a:r>
            <a:rPr lang="ko-KR" altLang="en-US" sz="1800" kern="1200" dirty="0"/>
            <a:t>의 개념을 설명할 수 있다</a:t>
          </a:r>
          <a:r>
            <a:rPr lang="en-US" altLang="en-US" sz="1800" kern="1200" dirty="0"/>
            <a:t>.</a:t>
          </a:r>
          <a:endParaRPr lang="ko-KR" altLang="en-US" sz="1800" kern="1200" dirty="0"/>
        </a:p>
      </dsp:txBody>
      <dsp:txXfrm>
        <a:off x="27244" y="2754963"/>
        <a:ext cx="10461112" cy="503601"/>
      </dsp:txXfrm>
    </dsp:sp>
    <dsp:sp modelId="{64CE3390-A361-48F6-8D1D-6005E082C7E8}">
      <dsp:nvSpPr>
        <dsp:cNvPr id="0" name=""/>
        <dsp:cNvSpPr/>
      </dsp:nvSpPr>
      <dsp:spPr>
        <a:xfrm>
          <a:off x="0" y="3285809"/>
          <a:ext cx="10515600" cy="335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중앙 공유 저장소에 병합할 때 자동으로 빌드와 테스트를 실행하여 코드의 정상 작동 여부를 검증하는 소프트웨어 개발 방식</a:t>
          </a:r>
        </a:p>
      </dsp:txBody>
      <dsp:txXfrm>
        <a:off x="0" y="3285809"/>
        <a:ext cx="10515600" cy="335340"/>
      </dsp:txXfrm>
    </dsp:sp>
    <dsp:sp modelId="{846E71E4-6578-4B30-A2C9-B6D96A285D5E}">
      <dsp:nvSpPr>
        <dsp:cNvPr id="0" name=""/>
        <dsp:cNvSpPr/>
      </dsp:nvSpPr>
      <dsp:spPr>
        <a:xfrm>
          <a:off x="0" y="3621149"/>
          <a:ext cx="10515600" cy="558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10. </a:t>
          </a:r>
          <a:r>
            <a:rPr lang="ko-KR" altLang="en-US" sz="1800" kern="1200" dirty="0"/>
            <a:t>블랙박스 테스트가 무엇인지 설명할 수 있다</a:t>
          </a:r>
        </a:p>
      </dsp:txBody>
      <dsp:txXfrm>
        <a:off x="27244" y="3648393"/>
        <a:ext cx="10461112" cy="503601"/>
      </dsp:txXfrm>
    </dsp:sp>
    <dsp:sp modelId="{A62D4F7B-7277-4099-82D3-EF97C8F1ACC1}">
      <dsp:nvSpPr>
        <dsp:cNvPr id="0" name=""/>
        <dsp:cNvSpPr/>
      </dsp:nvSpPr>
      <dsp:spPr>
        <a:xfrm>
          <a:off x="0" y="4179239"/>
          <a:ext cx="10515600" cy="614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소프트웨어의 내부 소스 코드나 구조를 보지 않고</a:t>
          </a:r>
          <a:r>
            <a:rPr lang="en-US" altLang="ko-KR" sz="1400" kern="1200" dirty="0"/>
            <a:t>, </a:t>
          </a:r>
          <a:r>
            <a:rPr lang="ko-KR" altLang="en-US" sz="1400" kern="1200" dirty="0"/>
            <a:t>사용자의 관점에서 </a:t>
          </a:r>
          <a:r>
            <a:rPr lang="ko-KR" altLang="en-US" sz="1400" kern="1200" dirty="0" err="1"/>
            <a:t>입력값에</a:t>
          </a:r>
          <a:r>
            <a:rPr lang="ko-KR" altLang="en-US" sz="1400" kern="1200" dirty="0"/>
            <a:t> 따른 출력 결과가 제대로 나오는지 확인하는 기능 테스트</a:t>
          </a:r>
        </a:p>
      </dsp:txBody>
      <dsp:txXfrm>
        <a:off x="0" y="4179239"/>
        <a:ext cx="10515600" cy="614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884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3335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8110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8283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4516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065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599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6724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6011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6814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1151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212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A3D8F7C-62DE-4AD4-B7B6-6911EAB6591E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65B0F20B-98C4-47A1-94A7-3C806D5CD331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BE9A3440-563A-4834-AD55-46E41BB73FB3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9E19DD16-BF36-4952-AC54-AFDBBD41BE1A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테스트</a:t>
            </a:r>
            <a:endParaRPr lang="en-US" sz="800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AC76A8D2-324E-48C7-B029-78814450DFB1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6299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50" r:id="rId1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2026-09-11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en-US" altLang="ko-KR"/>
              <a:t>			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빅데이터플랫폼테스트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성함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플랫폼 테스트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2001020908_24v3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75291B9D-052F-4879-A985-70DFAFF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지식</a:t>
            </a:r>
            <a:r>
              <a:rPr lang="en-US" altLang="ko-KR" dirty="0"/>
              <a:t> </a:t>
            </a:r>
            <a:r>
              <a:rPr lang="ko-KR" altLang="en-US" dirty="0"/>
              <a:t>확인 체크리스트</a:t>
            </a:r>
          </a:p>
        </p:txBody>
      </p:sp>
      <p:graphicFrame>
        <p:nvGraphicFramePr>
          <p:cNvPr id="9" name="다이어그램 8">
            <a:extLst>
              <a:ext uri="{FF2B5EF4-FFF2-40B4-BE49-F238E27FC236}">
                <a16:creationId xmlns:a16="http://schemas.microsoft.com/office/drawing/2014/main" id="{32A27714-2BAD-402D-96E4-9EE3EF4C2B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860648"/>
              </p:ext>
            </p:extLst>
          </p:nvPr>
        </p:nvGraphicFramePr>
        <p:xfrm>
          <a:off x="838200" y="1335505"/>
          <a:ext cx="10515600" cy="4982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75291B9D-052F-4879-A985-70DFAFF8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지식</a:t>
            </a:r>
            <a:r>
              <a:rPr lang="en-US" altLang="ko-KR" dirty="0"/>
              <a:t> </a:t>
            </a:r>
            <a:r>
              <a:rPr lang="ko-KR" altLang="en-US" dirty="0"/>
              <a:t>확인 체크리스트</a:t>
            </a:r>
          </a:p>
        </p:txBody>
      </p:sp>
      <p:graphicFrame>
        <p:nvGraphicFramePr>
          <p:cNvPr id="9" name="다이어그램 8">
            <a:extLst>
              <a:ext uri="{FF2B5EF4-FFF2-40B4-BE49-F238E27FC236}">
                <a16:creationId xmlns:a16="http://schemas.microsoft.com/office/drawing/2014/main" id="{32A27714-2BAD-402D-96E4-9EE3EF4C2B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954394"/>
              </p:ext>
            </p:extLst>
          </p:nvPr>
        </p:nvGraphicFramePr>
        <p:xfrm>
          <a:off x="838200" y="1335505"/>
          <a:ext cx="10515600" cy="4841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0007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>
            <a:extLst>
              <a:ext uri="{FF2B5EF4-FFF2-40B4-BE49-F238E27FC236}">
                <a16:creationId xmlns:a16="http://schemas.microsoft.com/office/drawing/2014/main" id="{0B7BBA49-2E31-4FE1-8E04-C577E1C6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2-1 </a:t>
            </a:r>
            <a:r>
              <a:rPr lang="en-US" altLang="ko-KR" dirty="0" err="1">
                <a:latin typeface="+mj-ea"/>
              </a:rPr>
              <a:t>pytest</a:t>
            </a:r>
            <a:r>
              <a:rPr lang="en-US" altLang="ko-KR" dirty="0">
                <a:latin typeface="+mj-ea"/>
              </a:rPr>
              <a:t> </a:t>
            </a:r>
            <a:r>
              <a:rPr lang="ko-KR" altLang="en-US" dirty="0">
                <a:latin typeface="+mj-ea"/>
              </a:rPr>
              <a:t>테스트 코드 작성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15B1991-9ABE-40AC-9B24-8943F335B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49EBADF-F2F2-4420-BEA8-EB95660474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2" y="1681163"/>
            <a:ext cx="5157787" cy="3476730"/>
          </a:xfrm>
        </p:spPr>
      </p:pic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70CB5195-0F12-45E4-AD74-9E21DF9E4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6" name="내용 개체 틀 15">
            <a:extLst>
              <a:ext uri="{FF2B5EF4-FFF2-40B4-BE49-F238E27FC236}">
                <a16:creationId xmlns:a16="http://schemas.microsoft.com/office/drawing/2014/main" id="{F787FDE6-D626-4730-8E20-8263F20828F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69024" y="1681163"/>
            <a:ext cx="5183188" cy="1449360"/>
          </a:xfrm>
        </p:spPr>
      </p:pic>
    </p:spTree>
    <p:extLst>
      <p:ext uri="{BB962C8B-B14F-4D97-AF65-F5344CB8AC3E}">
        <p14:creationId xmlns:p14="http://schemas.microsoft.com/office/powerpoint/2010/main" val="384054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E2C0472-79B9-4DAD-8961-CACBD84F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2-1 </a:t>
            </a:r>
            <a:r>
              <a:rPr lang="ko-KR" altLang="en-US" dirty="0"/>
              <a:t>결함보고서 작성</a:t>
            </a:r>
          </a:p>
        </p:txBody>
      </p:sp>
      <p:graphicFrame>
        <p:nvGraphicFramePr>
          <p:cNvPr id="14" name="표 14">
            <a:extLst>
              <a:ext uri="{FF2B5EF4-FFF2-40B4-BE49-F238E27FC236}">
                <a16:creationId xmlns:a16="http://schemas.microsoft.com/office/drawing/2014/main" id="{4B075307-9C54-4F02-9A6C-4BB5F372C5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663277"/>
              </p:ext>
            </p:extLst>
          </p:nvPr>
        </p:nvGraphicFramePr>
        <p:xfrm>
          <a:off x="838200" y="1340715"/>
          <a:ext cx="10515600" cy="4993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2309">
                  <a:extLst>
                    <a:ext uri="{9D8B030D-6E8A-4147-A177-3AD203B41FA5}">
                      <a16:colId xmlns:a16="http://schemas.microsoft.com/office/drawing/2014/main" val="3227057457"/>
                    </a:ext>
                  </a:extLst>
                </a:gridCol>
                <a:gridCol w="7973291">
                  <a:extLst>
                    <a:ext uri="{9D8B030D-6E8A-4147-A177-3AD203B41FA5}">
                      <a16:colId xmlns:a16="http://schemas.microsoft.com/office/drawing/2014/main" val="704031281"/>
                    </a:ext>
                  </a:extLst>
                </a:gridCol>
              </a:tblGrid>
              <a:tr h="5676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57602"/>
                  </a:ext>
                </a:extLst>
              </a:tr>
              <a:tr h="5676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결함 </a:t>
                      </a:r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DEF-001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15479"/>
                  </a:ext>
                </a:extLst>
              </a:tr>
              <a:tr h="5676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결함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이미 등록된 </a:t>
                      </a:r>
                      <a:r>
                        <a:rPr lang="en-US" altLang="ko-KR" dirty="0"/>
                        <a:t>ISBN</a:t>
                      </a:r>
                      <a:r>
                        <a:rPr lang="ko-KR" altLang="en-US" dirty="0"/>
                        <a:t>으로 재등록시 </a:t>
                      </a:r>
                      <a:r>
                        <a:rPr lang="en-US" altLang="ko-KR" dirty="0"/>
                        <a:t>500</a:t>
                      </a:r>
                      <a:r>
                        <a:rPr lang="ko-KR" altLang="en-US" dirty="0"/>
                        <a:t>에러 발생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218058"/>
                  </a:ext>
                </a:extLst>
              </a:tr>
              <a:tr h="9478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재현 절차</a:t>
                      </a:r>
                      <a:r>
                        <a:rPr lang="en-US" altLang="ko-KR" dirty="0"/>
                        <a:t>(3</a:t>
                      </a:r>
                      <a:r>
                        <a:rPr lang="ko-KR" altLang="en-US" dirty="0"/>
                        <a:t>단계 이상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 </a:t>
                      </a:r>
                      <a:r>
                        <a:rPr lang="ko-KR" altLang="en-US" dirty="0"/>
                        <a:t>도서 등록 </a:t>
                      </a:r>
                      <a:r>
                        <a:rPr lang="en-US" altLang="ko-KR" dirty="0"/>
                        <a:t>API</a:t>
                      </a:r>
                      <a:r>
                        <a:rPr lang="ko-KR" altLang="en-US" dirty="0"/>
                        <a:t>로 </a:t>
                      </a:r>
                      <a:r>
                        <a:rPr lang="en-US" altLang="ko-KR" dirty="0"/>
                        <a:t>ISBN</a:t>
                      </a:r>
                      <a:r>
                        <a:rPr lang="ko-KR" altLang="en-US" dirty="0"/>
                        <a:t>을 가진 도서를 등록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2. </a:t>
                      </a:r>
                      <a:r>
                        <a:rPr lang="ko-KR" altLang="en-US" dirty="0"/>
                        <a:t>동일한 </a:t>
                      </a:r>
                      <a:r>
                        <a:rPr lang="en-US" altLang="ko-KR" dirty="0"/>
                        <a:t>ISBN</a:t>
                      </a:r>
                      <a:r>
                        <a:rPr lang="ko-KR" altLang="en-US" dirty="0"/>
                        <a:t>으로 다시 도서 호출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3. </a:t>
                      </a:r>
                      <a:r>
                        <a:rPr lang="ko-KR" altLang="en-US" dirty="0"/>
                        <a:t>응답 상태 코드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934138"/>
                  </a:ext>
                </a:extLst>
              </a:tr>
              <a:tr h="5676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기대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상태 코드 </a:t>
                      </a:r>
                      <a:r>
                        <a:rPr lang="en-US" altLang="ko-KR" dirty="0"/>
                        <a:t>`409 Conflict` </a:t>
                      </a:r>
                      <a:r>
                        <a:rPr lang="ko-KR" altLang="en-US" dirty="0"/>
                        <a:t>반환 </a:t>
                      </a:r>
                      <a:r>
                        <a:rPr lang="en-US" altLang="ko-KR" dirty="0"/>
                        <a:t>-&gt; “</a:t>
                      </a:r>
                      <a:r>
                        <a:rPr lang="ko-KR" altLang="en-US" dirty="0"/>
                        <a:t>이미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등록된 </a:t>
                      </a:r>
                      <a:r>
                        <a:rPr lang="en-US" altLang="ko-KR" dirty="0"/>
                        <a:t>ISBN</a:t>
                      </a:r>
                      <a:r>
                        <a:rPr lang="ko-KR" altLang="en-US" dirty="0"/>
                        <a:t>입니다</a:t>
                      </a:r>
                      <a:r>
                        <a:rPr lang="en-US" altLang="ko-KR" dirty="0"/>
                        <a:t>” </a:t>
                      </a:r>
                      <a:r>
                        <a:rPr lang="ko-KR" altLang="en-US" dirty="0"/>
                        <a:t>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515840"/>
                  </a:ext>
                </a:extLst>
              </a:tr>
              <a:tr h="5676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상태 코드 </a:t>
                      </a:r>
                      <a:r>
                        <a:rPr lang="en-US" altLang="ko-KR" dirty="0"/>
                        <a:t>`500 Internal Server Error` </a:t>
                      </a:r>
                      <a:r>
                        <a:rPr lang="ko-KR" altLang="en-US" dirty="0"/>
                        <a:t>반환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13914"/>
                  </a:ext>
                </a:extLst>
              </a:tr>
              <a:tr h="5676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심각도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상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중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서버 예외 처리 </a:t>
                      </a:r>
                      <a:r>
                        <a:rPr lang="ko-KR" altLang="en-US" dirty="0" err="1"/>
                        <a:t>로직자체의</a:t>
                      </a:r>
                      <a:r>
                        <a:rPr lang="ko-KR" altLang="en-US" dirty="0"/>
                        <a:t> 결함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867600"/>
                  </a:ext>
                </a:extLst>
              </a:tr>
              <a:tr h="56767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우선순위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상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중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중복 등록은 흔한 시나리오인데 사용자에게 잘못된 정보를 제공하고 로그 분석 모니터링에서도 오인할 수 있음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463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45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A25CE-DC9D-4920-A66C-332437A3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2-3 </a:t>
            </a:r>
            <a:r>
              <a:rPr lang="ko-KR" altLang="en-US" dirty="0"/>
              <a:t>테스트 케이스 설계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8CC7882F-C405-4B7A-B9CC-E4C2F35375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223068"/>
              </p:ext>
            </p:extLst>
          </p:nvPr>
        </p:nvGraphicFramePr>
        <p:xfrm>
          <a:off x="838200" y="1825624"/>
          <a:ext cx="10515600" cy="2974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418">
                  <a:extLst>
                    <a:ext uri="{9D8B030D-6E8A-4147-A177-3AD203B41FA5}">
                      <a16:colId xmlns:a16="http://schemas.microsoft.com/office/drawing/2014/main" val="517454216"/>
                    </a:ext>
                  </a:extLst>
                </a:gridCol>
                <a:gridCol w="2258291">
                  <a:extLst>
                    <a:ext uri="{9D8B030D-6E8A-4147-A177-3AD203B41FA5}">
                      <a16:colId xmlns:a16="http://schemas.microsoft.com/office/drawing/2014/main" val="4294242994"/>
                    </a:ext>
                  </a:extLst>
                </a:gridCol>
                <a:gridCol w="2701636">
                  <a:extLst>
                    <a:ext uri="{9D8B030D-6E8A-4147-A177-3AD203B41FA5}">
                      <a16:colId xmlns:a16="http://schemas.microsoft.com/office/drawing/2014/main" val="3783490288"/>
                    </a:ext>
                  </a:extLst>
                </a:gridCol>
                <a:gridCol w="2092037">
                  <a:extLst>
                    <a:ext uri="{9D8B030D-6E8A-4147-A177-3AD203B41FA5}">
                      <a16:colId xmlns:a16="http://schemas.microsoft.com/office/drawing/2014/main" val="1077839427"/>
                    </a:ext>
                  </a:extLst>
                </a:gridCol>
                <a:gridCol w="2265218">
                  <a:extLst>
                    <a:ext uri="{9D8B030D-6E8A-4147-A177-3AD203B41FA5}">
                      <a16:colId xmlns:a16="http://schemas.microsoft.com/office/drawing/2014/main" val="3446056840"/>
                    </a:ext>
                  </a:extLst>
                </a:gridCol>
              </a:tblGrid>
              <a:tr h="6865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입력값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기대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Pass/Fail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358340"/>
                  </a:ext>
                </a:extLst>
              </a:tr>
              <a:tr h="6865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Abcdefgh</a:t>
                      </a:r>
                      <a:r>
                        <a:rPr lang="en-US" altLang="ko-KR" dirty="0"/>
                        <a:t>(8</a:t>
                      </a:r>
                      <a:r>
                        <a:rPr lang="ko-KR" altLang="en-US" dirty="0"/>
                        <a:t>자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 err="1"/>
                        <a:t>경계값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회원가입 성공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비밀번호 유효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회원가입 성공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559200"/>
                  </a:ext>
                </a:extLst>
              </a:tr>
              <a:tr h="6865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Abcdefghij</a:t>
                      </a:r>
                      <a:r>
                        <a:rPr lang="en-US" altLang="ko-KR" dirty="0"/>
                        <a:t>(10</a:t>
                      </a:r>
                      <a:r>
                        <a:rPr lang="ko-KR" altLang="en-US" dirty="0"/>
                        <a:t>자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 err="1"/>
                        <a:t>정상값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회원가입 성공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비밀번호 유효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회원가입 성공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372533"/>
                  </a:ext>
                </a:extLst>
              </a:tr>
              <a:tr h="6865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Abcdefg</a:t>
                      </a:r>
                      <a:r>
                        <a:rPr lang="en-US" altLang="ko-KR" dirty="0"/>
                        <a:t>(7</a:t>
                      </a:r>
                      <a:r>
                        <a:rPr lang="ko-KR" altLang="en-US" dirty="0"/>
                        <a:t>자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예외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비밀번호는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자 이상이어야 합니다</a:t>
                      </a:r>
                      <a:r>
                        <a:rPr lang="en-US" altLang="ko-KR" dirty="0"/>
                        <a:t>＂</a:t>
                      </a:r>
                      <a:r>
                        <a:rPr lang="ko-KR" altLang="en-US" dirty="0"/>
                        <a:t>오류 메시지 반환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"</a:t>
                      </a:r>
                      <a:r>
                        <a:rPr lang="ko-KR" altLang="en-US" dirty="0"/>
                        <a:t>비밀번호는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자 이상이어야 합니다</a:t>
                      </a:r>
                      <a:r>
                        <a:rPr lang="en-US" altLang="ko-KR" dirty="0"/>
                        <a:t>" </a:t>
                      </a:r>
                      <a:r>
                        <a:rPr lang="ko-KR" altLang="en-US" dirty="0"/>
                        <a:t>오류 메시지 반환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02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38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530</TotalTime>
  <Words>564</Words>
  <Application>Microsoft Office PowerPoint</Application>
  <PresentationFormat>와이드스크린</PresentationFormat>
  <Paragraphs>74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Calibri</vt:lpstr>
      <vt:lpstr>Calibri Light</vt:lpstr>
      <vt:lpstr>Consolas</vt:lpstr>
      <vt:lpstr>Office Theme</vt:lpstr>
      <vt:lpstr>PowerPoint 프레젠테이션</vt:lpstr>
      <vt:lpstr>1. 지식 확인 체크리스트</vt:lpstr>
      <vt:lpstr>1. 지식 확인 체크리스트</vt:lpstr>
      <vt:lpstr>2-1 pytest 테스트 코드 작성</vt:lpstr>
      <vt:lpstr>2-1 결함보고서 작성</vt:lpstr>
      <vt:lpstr>2-3 테스트 케이스 설계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40</cp:revision>
  <dcterms:created xsi:type="dcterms:W3CDTF">2026-03-10T17:23:29Z</dcterms:created>
  <dcterms:modified xsi:type="dcterms:W3CDTF">2026-09-11T02:05:43Z</dcterms:modified>
</cp:coreProperties>
</file>