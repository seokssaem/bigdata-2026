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3710A3B-01F3-4DC0-A3EE-D1260D575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09" y="2052980"/>
            <a:ext cx="3515216" cy="65731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A4D2988-FE71-4953-A964-CCB9DDCAF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895" y="4199763"/>
            <a:ext cx="4286848" cy="87642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5A440022-FA69-421A-A336-426EC61C4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468" y="1583297"/>
            <a:ext cx="4448796" cy="1057423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D7FD8640-C515-4875-8C95-5F56784C0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696" y="3827989"/>
            <a:ext cx="4467849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DB0223-635B-46B9-8C85-904895387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32" y="799733"/>
            <a:ext cx="6706536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단어 추가 &amp; 목록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내림차순 정렬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44BFC21-6948-4019-B2DD-BDE28C861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06" y="1553062"/>
            <a:ext cx="4725059" cy="39439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548A781-C22A-45B2-BAF4-B3C537F34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856" y="2506365"/>
            <a:ext cx="2600688" cy="15432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2733294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2544318" y="1005840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951475" y="3311312"/>
            <a:ext cx="2743200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7358634" y="1005840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9201352" y="3311312"/>
            <a:ext cx="2743200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9930384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3FAD5C6-B0D7-4667-BDB3-CA7FFE1CA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81" y="4551239"/>
            <a:ext cx="3972753" cy="503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5E6D085-1305-41F1-A7B3-29AD86A8A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583" y="2242218"/>
            <a:ext cx="2143424" cy="209579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D405DCE-04DA-435B-8BCF-80B5C8DF7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187" y="4406272"/>
            <a:ext cx="4201111" cy="533474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4DF7698-9B48-4A8A-B9F8-18B0E0E61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008" y="2203497"/>
            <a:ext cx="1676634" cy="238158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A2AFCD51-FD52-4D8E-A3F0-280DFF45F9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769" y="4215619"/>
            <a:ext cx="3290279" cy="1150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0F9B23-629F-4EC4-BBF5-46939139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496" y="890233"/>
            <a:ext cx="5611008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students.csv 파일 내용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파탐색기에서 파일 확인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콘솔 출력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BB28EA7-5372-4459-90FB-94274D660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100" y="2733059"/>
            <a:ext cx="4865380" cy="17014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84FB64-7C7C-4C47-B51E-127BB8913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060" y="3648262"/>
            <a:ext cx="2124371" cy="142894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9772B6-7229-4C28-90F6-A23DB06B5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" y="1577062"/>
            <a:ext cx="2129199" cy="39164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610</Words>
  <Application>Microsoft Office PowerPoint</Application>
  <PresentationFormat>와이드스크린</PresentationFormat>
  <Paragraphs>96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19</cp:revision>
  <dcterms:created xsi:type="dcterms:W3CDTF">2026-03-10T17:23:29Z</dcterms:created>
  <dcterms:modified xsi:type="dcterms:W3CDTF">2026-06-01T00:43:29Z</dcterms:modified>
</cp:coreProperties>
</file>