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2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8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638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BFFBE-257F-EFA6-C3C0-D593F6E04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A91E67-2AB1-69E1-BC41-5F6195A0B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385B2-5882-F2C6-CEA6-455977062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228DC-F478-F05B-B67B-01FE323AA6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3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응용SW 기초 기술 활용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응용SW 기초 기술 활용  (2001020233_23v5)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방법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학사게시판에 첨부파일로 올리고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시험종료버튼 누르기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pPr algn="r"/>
            <a:r>
              <a:rPr lang="ko-KR" altLang="en-US" dirty="0" err="1"/>
              <a:t>장호균</a:t>
            </a:r>
            <a:endParaRPr lang="en-US" altLang="ko-KR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pPr algn="r"/>
            <a:r>
              <a:rPr lang="en-US" altLang="ko-KR" dirty="0"/>
              <a:t>260521</a:t>
            </a:r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pPr algn="r"/>
            <a:r>
              <a:rPr lang="en-US" altLang="ko-KR" b="0" i="0" dirty="0">
                <a:solidFill>
                  <a:srgbClr val="59636E"/>
                </a:solidFill>
                <a:effectLst/>
                <a:latin typeface="Mona Sans VF"/>
              </a:rPr>
              <a:t>hokyun015523-png</a:t>
            </a:r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02_응용SW기초기술활용_이름.pptx   |   02_test_이름.py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미들웨어(Middleware) 개념 서술  (1)  — 배점 10점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미들웨어(Middleware)의 개념을 자신의 말로 설명하시오.  |  이론 지식 확인 서술형 문항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2880" y="1097279"/>
            <a:ext cx="5806440" cy="5298077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ko-KR" altLang="en-US" dirty="0"/>
              <a:t>서로 다른 시스템이나 애플리케이션을 연결해주는 중간 역할의 소프트웨어</a:t>
            </a:r>
          </a:p>
        </p:txBody>
      </p:sp>
      <p:sp>
        <p:nvSpPr>
          <p:cNvPr id="10" name="Text 8"/>
          <p:cNvSpPr/>
          <p:nvPr/>
        </p:nvSpPr>
        <p:spPr>
          <a:xfrm>
            <a:off x="274320" y="356616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✏️  개념 서술 답안을 직접 텍스트로 작성하거나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손글씨 촬영 이미지를 붙여넣으시오.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53912" y="1097280"/>
            <a:ext cx="5806440" cy="5298076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45352" y="356616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작성한 답안의 캡처 화면 또는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추가 설명 이미지를 첨부하시오.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미들웨어(Middleware) 개념 서술  (2)  — 배점 10점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미들웨어가 필요한 이유를 두 가지 작성하시오.  (각 5점 × 2)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2880" y="1067316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4320" y="1067316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이유 1  (5점)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53912" y="1067316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45352" y="1067316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이유 2  (5점)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1414788"/>
            <a:ext cx="5806440" cy="4419084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ko-KR" altLang="en-US" dirty="0"/>
              <a:t>프로그램의 안정성과 유지보수를 높이기 위해 미들웨어가 필요하다</a:t>
            </a:r>
          </a:p>
        </p:txBody>
      </p:sp>
      <p:sp>
        <p:nvSpPr>
          <p:cNvPr id="14" name="Text 12"/>
          <p:cNvSpPr/>
          <p:nvPr/>
        </p:nvSpPr>
        <p:spPr>
          <a:xfrm>
            <a:off x="274320" y="3717036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✏️  이유 1을 직접 작성하거나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손글씨 이미지를 붙여넣으시오.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53912" y="1414788"/>
            <a:ext cx="5806440" cy="4419084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ko-KR" altLang="en-US" dirty="0"/>
              <a:t>조건 기능검사를 재사용하여 중복된 코드를 줄이기 위해 필요하다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Text 14"/>
          <p:cNvSpPr/>
          <p:nvPr/>
        </p:nvSpPr>
        <p:spPr>
          <a:xfrm>
            <a:off x="6245352" y="3717036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✏️  이유 2를 직접 작성하거나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손글씨 이미지를 붙여넣으시오.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" y="5980176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20040" y="5980176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각 이유는 한 문장 이상으로 구체적으로 서술해야 합니다.  단순히 "편리하다" 수준의 답변은 인정되지 않습니다.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놀이공원 입장 시스템  —  코드 작성  (1)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코드 구현 과정을 완성하고, 각 단계 결과를 캡처하여 순서대로 붙여넣으시오.  |  배점 80점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44318" y="1083564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544318" y="1083564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617470" y="112014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617470" y="1120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37510" y="10835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check_safety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정의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17470" y="1495044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708910" y="203911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51476" y="1083564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951476" y="1083564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024628" y="112014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4628" y="1120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44668" y="10835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비교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(if 문 작성)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4628" y="1495044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116068" y="203911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58634" y="1083564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358634" y="1083564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431786" y="112014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431786" y="1120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751826" y="10835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반환값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31786" y="1495044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523226" y="203911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522726" y="3570732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3522726" y="3570732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595878" y="3607308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3595878" y="36073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915918" y="35707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 코드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미들웨어 호출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595878" y="3982212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687318" y="452628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29884" y="3570732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5929884" y="3570732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6003036" y="3607308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003036" y="36073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23076" y="35707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확인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03036" y="3982212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6094476" y="452628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82880" y="6035224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20040" y="6035224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각 단계별 결과를 캡처하여 순서에 맞게 붙여넣으시오.  </a:t>
            </a:r>
            <a:r>
              <a:rPr lang="ko-KR" alt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캡쳐이미지는</a:t>
            </a:r>
            <a:r>
              <a:rPr lang="ko-KR" alt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네모 상자에 튀어나와도 됩니다</a:t>
            </a:r>
            <a:r>
              <a:rPr lang="en-US" altLang="ko-KR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ko-KR" alt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네모 상자 크기를 조절해도 됩니다</a:t>
            </a:r>
            <a:r>
              <a:rPr lang="en-US" altLang="ko-KR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85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04FB1B1-866B-4EE0-8265-3DDA1D19F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469" y="1964896"/>
            <a:ext cx="2139697" cy="73424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20425F0-9E51-4FCC-8175-752251112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408" y="1838599"/>
            <a:ext cx="2137029" cy="329185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21E12E45-78FE-417D-8272-F7EEDB7CD2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2377" y="2476325"/>
            <a:ext cx="2146173" cy="414877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6D09088A-A31B-46EC-B57A-EF0C492039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1787" y="1838599"/>
            <a:ext cx="2143926" cy="409295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E102D440-C9F3-4974-8630-2EB563FACB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1787" y="2501701"/>
            <a:ext cx="2139696" cy="447865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B1BA87EB-829A-4A45-BC0B-B9FC35BB82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5878" y="4210812"/>
            <a:ext cx="2148840" cy="1207008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065221E1-8674-4029-BE11-2F5C454AB0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3226" y="4026164"/>
            <a:ext cx="1978066" cy="15502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D7DC4-74AA-514A-14DD-82F962916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C4F579-0BE5-1685-1F87-51B8AD9D25D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0C71AAC-4657-E0E0-A9B0-0BB5565B38B4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66C24AA-350D-4ACF-443C-95E9F82BA1AF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B568DBF-A0E1-28D8-4ACD-A74FC01E4495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놀이공원 입장 시스템  —  코드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(2)</a:t>
            </a:r>
            <a:endParaRPr lang="en-US" sz="1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EA734388-892D-FB3D-EA80-D247B5D93928}"/>
              </a:ext>
            </a:extLst>
          </p:cNvPr>
          <p:cNvSpPr/>
          <p:nvPr/>
        </p:nvSpPr>
        <p:spPr>
          <a:xfrm>
            <a:off x="137159" y="680357"/>
            <a:ext cx="11886111" cy="5217707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32F0BE5C-225C-0784-5028-797F07053AFF}"/>
              </a:ext>
            </a:extLst>
          </p:cNvPr>
          <p:cNvSpPr/>
          <p:nvPr/>
        </p:nvSpPr>
        <p:spPr>
          <a:xfrm>
            <a:off x="274320" y="3337560"/>
            <a:ext cx="11521440" cy="2560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</a:t>
            </a:r>
            <a:r>
              <a:rPr lang="en-US" sz="12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작성 화면 캡처</a:t>
            </a:r>
            <a:r>
              <a:rPr lang="en-US" sz="10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(VS Code 또는 IDE에서 작성한 전체 코드를 여기에 붙여넣으시오)</a:t>
            </a:r>
            <a:endParaRPr lang="en-US" sz="14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34EFD3BF-EDE7-76E9-76A8-EB439E9FD565}"/>
              </a:ext>
            </a:extLst>
          </p:cNvPr>
          <p:cNvSpPr/>
          <p:nvPr/>
        </p:nvSpPr>
        <p:spPr>
          <a:xfrm>
            <a:off x="182880" y="6035224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319ADAC7-0584-DA6A-A2AB-91093A9A6D80}"/>
              </a:ext>
            </a:extLst>
          </p:cNvPr>
          <p:cNvSpPr/>
          <p:nvPr/>
        </p:nvSpPr>
        <p:spPr>
          <a:xfrm>
            <a:off x="320040" y="6035224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코드는 구문 오류(Syntax Error) 없이 실행되어야 합니다.</a:t>
            </a:r>
            <a:endParaRPr lang="en-US" sz="10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EE8428C5-73C4-A37A-319D-37D99A3A772F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EC1A1688-DFE3-31BD-ADE8-D57BFEF5F1D2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590334E9-3BBC-9557-A47D-E8B9656DA77E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8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E963065-BF7E-4410-9F1F-B14E81007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938" y="680357"/>
            <a:ext cx="7172696" cy="5217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14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놀이공원 입장 시스템  —  실행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(3)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[실행예시 1] 키 = 140  →  안전 확인 + 롤러코스터 출발  |  [실행예시 2] 키 = 130  →  탑승 불가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[실행예시 1]  키 = 140  →  탑승 가능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1353312"/>
            <a:ext cx="58064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274320" y="1353312"/>
            <a:ext cx="5623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키를 입력하세요: 140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[미들웨어] 안전 확인 완료: 키가 140cm 이상입니다.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🎢 롤러코스터가 출발합니다! 즐거운 시간 </a:t>
            </a:r>
            <a:r>
              <a:rPr lang="en-US" sz="850" dirty="0" err="1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되세요</a:t>
            </a: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</a:p>
        </p:txBody>
      </p:sp>
      <p:sp>
        <p:nvSpPr>
          <p:cNvPr id="11" name="Shape 9"/>
          <p:cNvSpPr/>
          <p:nvPr/>
        </p:nvSpPr>
        <p:spPr>
          <a:xfrm>
            <a:off x="182880" y="2029968"/>
            <a:ext cx="5806440" cy="433273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Text 10"/>
          <p:cNvSpPr/>
          <p:nvPr/>
        </p:nvSpPr>
        <p:spPr>
          <a:xfrm>
            <a:off x="274320" y="4101302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실행예시 1 캡처 이미지를 붙여넣으시오.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(키 입력 → 안전 확인 완료 → 롤러코스터 출발)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53912" y="1005840"/>
            <a:ext cx="5806440" cy="3474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45352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[실행예시 2]  키 = 130  →  탑승 불가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53912" y="1353312"/>
            <a:ext cx="5806440" cy="621792"/>
          </a:xfrm>
          <a:prstGeom prst="rect">
            <a:avLst/>
          </a:prstGeom>
          <a:solidFill>
            <a:srgbClr val="FFF0F0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245352" y="1353312"/>
            <a:ext cx="5623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키를 입력하세요: 130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[미들웨어] 탑승 불가: 키가 너무 작습니다.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53912" y="2029968"/>
            <a:ext cx="5806440" cy="433273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45352" y="4101302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실행예시 2 캡처 이미지를 붙여넣으시오.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(키 입력 → 탑승 불가 출력)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Text 20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85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9C17782D-EEB0-4F02-805B-682079A4D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132076"/>
            <a:ext cx="5623560" cy="40767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3D0B69F-750B-4937-AEF6-6DD418093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132076"/>
            <a:ext cx="5623560" cy="4067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628</Words>
  <Application>Microsoft Office PowerPoint</Application>
  <PresentationFormat>와이드스크린</PresentationFormat>
  <Paragraphs>87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Mona Sans VF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02_응용SW기초기술활용</dc:title>
  <dc:subject>PptxGenJS Presentation</dc:subject>
  <dc:creator>PptxGenJS</dc:creator>
  <cp:lastModifiedBy>FullName</cp:lastModifiedBy>
  <cp:revision>20</cp:revision>
  <dcterms:created xsi:type="dcterms:W3CDTF">2026-03-10T16:20:31Z</dcterms:created>
  <dcterms:modified xsi:type="dcterms:W3CDTF">2026-05-21T01:07:05Z</dcterms:modified>
</cp:coreProperties>
</file>