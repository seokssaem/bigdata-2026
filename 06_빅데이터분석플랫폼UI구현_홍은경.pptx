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65" r:id="rId3"/>
    <p:sldId id="266" r:id="rId4"/>
    <p:sldId id="267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478A600-1F61-4E7F-31E1-C0E6D367FB21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398EE10-F3D4-2D3B-6D77-8066A8B09DC9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8C5B5D9F-F108-E778-793A-31A4C2794E59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F5A431D1-E471-3192-F561-199972BB3B18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UI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NCS)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704D5E6D-34F4-78EB-829B-1AA3758D3743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74552" cy="1188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분석 플랫폼 UI 구현</a:t>
            </a:r>
            <a:endParaRPr lang="en-US" sz="24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 가 작 업 지 시 서  (비 NCS)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분석 플랫폼 UI 구현  (비NCS  |  포트폴리오 100점)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</a:t>
            </a:r>
            <a:r>
              <a:rPr lang="en-US" altLang="ko-KR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GitHub Repository  →  </a:t>
            </a:r>
            <a:r>
              <a:rPr lang="en-US" altLang="ko-KR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본인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Branch Push</a:t>
            </a:r>
            <a:endParaRPr lang="en-US" altLang="ko-KR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 </a:t>
            </a:r>
            <a:r>
              <a:rPr lang="ko-KR" alt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홍은경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2026-06-26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</a:t>
            </a:r>
            <a:r>
              <a:rPr lang="ko-KR" alt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Hong </a:t>
            </a:r>
            <a:r>
              <a:rPr lang="en-US" altLang="ko-KR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EunKyeong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892040"/>
            <a:ext cx="11274552" cy="68580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94360" y="489599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 latinLnBrk="1"/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업로드 파일  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06_빅데이터분석플랫폼UI구현_이름.pptx  (index.html, style.css, README.md 포함)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52303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8" name="Text 16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빅데이터 분석 플랫폼 UI 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NCS)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EDA74F6-B813-4FC3-A617-15BB4D848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4050"/>
            <a:ext cx="12192000" cy="554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342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179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8727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</TotalTime>
  <Words>116</Words>
  <Application>Microsoft Office PowerPoint</Application>
  <PresentationFormat>와이드스크린</PresentationFormat>
  <Paragraphs>11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14</cp:revision>
  <dcterms:created xsi:type="dcterms:W3CDTF">2026-03-10T17:23:29Z</dcterms:created>
  <dcterms:modified xsi:type="dcterms:W3CDTF">2026-06-26T03:51:38Z</dcterms:modified>
</cp:coreProperties>
</file>