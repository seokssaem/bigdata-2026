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92F70F1-2D46-4241-8D25-8FA52989A2BD}"/>
              </a:ext>
            </a:extLst>
          </p:cNvPr>
          <p:cNvSpPr/>
          <p:nvPr/>
        </p:nvSpPr>
        <p:spPr>
          <a:xfrm>
            <a:off x="110314" y="0"/>
            <a:ext cx="12081685" cy="7801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775E6-32A0-40CA-B8AB-4775B81F3704}"/>
              </a:ext>
            </a:extLst>
          </p:cNvPr>
          <p:cNvSpPr txBox="1"/>
          <p:nvPr/>
        </p:nvSpPr>
        <p:spPr>
          <a:xfrm>
            <a:off x="276836" y="167780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 데이터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EEDBC-C391-4826-B80B-3BD35FA06A2B}"/>
              </a:ext>
            </a:extLst>
          </p:cNvPr>
          <p:cNvSpPr txBox="1"/>
          <p:nvPr/>
        </p:nvSpPr>
        <p:spPr>
          <a:xfrm>
            <a:off x="360725" y="1073791"/>
            <a:ext cx="3435556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강남구 아파트 매매 실거래가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거래날짜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2026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컬럼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법정동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단지명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거래금액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평당가격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 건수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197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AC24A7-4D9E-46CD-9384-6F5589446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183" y="882177"/>
            <a:ext cx="7427797" cy="552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996C38-F8E6-4227-AA81-BBE8C1A75409}"/>
              </a:ext>
            </a:extLst>
          </p:cNvPr>
          <p:cNvSpPr/>
          <p:nvPr/>
        </p:nvSpPr>
        <p:spPr>
          <a:xfrm>
            <a:off x="110314" y="0"/>
            <a:ext cx="12081685" cy="7801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E0058-B35A-4B45-A741-CD7A67CB11D1}"/>
              </a:ext>
            </a:extLst>
          </p:cNvPr>
          <p:cNvSpPr txBox="1"/>
          <p:nvPr/>
        </p:nvSpPr>
        <p:spPr>
          <a:xfrm>
            <a:off x="276836" y="167780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배치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82F4-323B-4136-B279-B01A7E14C372}"/>
              </a:ext>
            </a:extLst>
          </p:cNvPr>
          <p:cNvSpPr txBox="1"/>
          <p:nvPr/>
        </p:nvSpPr>
        <p:spPr>
          <a:xfrm>
            <a:off x="385893" y="1073791"/>
            <a:ext cx="91953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법정동별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건수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row_count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평당가격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avg_price_per_area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거래금액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avg_deal_amount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집계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13B867-CED9-41DF-9229-C02F31A7B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51" y="1961758"/>
            <a:ext cx="4588644" cy="38224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3107B5-ABC0-4AEC-ADBE-F1315C72D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899" y="1690571"/>
            <a:ext cx="4665239" cy="455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C823CC-B930-4E90-AFD5-5817895C501C}"/>
              </a:ext>
            </a:extLst>
          </p:cNvPr>
          <p:cNvSpPr/>
          <p:nvPr/>
        </p:nvSpPr>
        <p:spPr>
          <a:xfrm>
            <a:off x="110314" y="0"/>
            <a:ext cx="12081685" cy="7801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8B2C1-B922-45BE-9332-A2DF34306333}"/>
              </a:ext>
            </a:extLst>
          </p:cNvPr>
          <p:cNvSpPr txBox="1"/>
          <p:nvPr/>
        </p:nvSpPr>
        <p:spPr>
          <a:xfrm>
            <a:off x="276836" y="167780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이벤트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4B36D-2958-409C-A9A5-57A29EF1067A}"/>
              </a:ext>
            </a:extLst>
          </p:cNvPr>
          <p:cNvSpPr txBox="1"/>
          <p:nvPr/>
        </p:nvSpPr>
        <p:spPr>
          <a:xfrm>
            <a:off x="385893" y="929819"/>
            <a:ext cx="1104212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apt_deal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테이블 각 행의 평당가격을 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apt_dong_summary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테이블의 </a:t>
            </a:r>
            <a:r>
              <a:rPr lang="ko-KR" altLang="en-US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법정동별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평균 평당가격과 비교하여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 이상치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탐지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평당가격이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평균값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1.5]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이상이거나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평균값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1.5]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이하인 행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57EE7C-AA1E-47AA-95C4-B2CAC80C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37" y="1951831"/>
            <a:ext cx="4337851" cy="43608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C744523-56B5-4543-92F5-025E24B55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714" y="1379148"/>
            <a:ext cx="4107807" cy="493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79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FC91A9-3891-4215-8084-A4A582B02200}"/>
              </a:ext>
            </a:extLst>
          </p:cNvPr>
          <p:cNvSpPr/>
          <p:nvPr/>
        </p:nvSpPr>
        <p:spPr>
          <a:xfrm>
            <a:off x="110314" y="0"/>
            <a:ext cx="12081685" cy="7801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1D030-F308-4364-AF3B-DEBFB47D144A}"/>
              </a:ext>
            </a:extLst>
          </p:cNvPr>
          <p:cNvSpPr txBox="1"/>
          <p:nvPr/>
        </p:nvSpPr>
        <p:spPr>
          <a:xfrm>
            <a:off x="276836" y="167780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이벤트 처리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C43E01-6CCF-4E41-A8A2-EB22596B1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495" y="906853"/>
            <a:ext cx="6881009" cy="547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1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8B8628-9278-4F54-A7B4-194FB5E65416}"/>
              </a:ext>
            </a:extLst>
          </p:cNvPr>
          <p:cNvSpPr/>
          <p:nvPr/>
        </p:nvSpPr>
        <p:spPr>
          <a:xfrm>
            <a:off x="110314" y="0"/>
            <a:ext cx="12081685" cy="7801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E6276-D6E2-4A87-8059-2D970C4B578B}"/>
              </a:ext>
            </a:extLst>
          </p:cNvPr>
          <p:cNvSpPr txBox="1"/>
          <p:nvPr/>
        </p:nvSpPr>
        <p:spPr>
          <a:xfrm>
            <a:off x="276836" y="167780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터미널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91D06A-BCBE-4B21-9A06-5AAFFB8433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82"/>
          <a:stretch/>
        </p:blipFill>
        <p:spPr>
          <a:xfrm>
            <a:off x="4065711" y="1826254"/>
            <a:ext cx="4060578" cy="32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0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4AFB4C-ED75-494C-B2A4-BE29BEE83323}"/>
              </a:ext>
            </a:extLst>
          </p:cNvPr>
          <p:cNvSpPr/>
          <p:nvPr/>
        </p:nvSpPr>
        <p:spPr>
          <a:xfrm>
            <a:off x="110314" y="0"/>
            <a:ext cx="12081685" cy="780176"/>
          </a:xfrm>
          <a:prstGeom prst="rect">
            <a:avLst/>
          </a:prstGeom>
          <a:solidFill>
            <a:srgbClr val="1B3060"/>
          </a:solidFill>
          <a:ln w="12700">
            <a:solidFill>
              <a:srgbClr val="1B306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0A830-649A-416A-8F3F-4CBEE22C5717}"/>
              </a:ext>
            </a:extLst>
          </p:cNvPr>
          <p:cNvSpPr txBox="1"/>
          <p:nvPr/>
        </p:nvSpPr>
        <p:spPr>
          <a:xfrm>
            <a:off x="276836" y="16778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4. README</a:t>
            </a:r>
            <a:endParaRPr lang="ko-KR" altLang="en-US" sz="200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5D15D9-61AC-4209-9F38-8086B537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08" y="873411"/>
            <a:ext cx="5553583" cy="55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8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237</Words>
  <Application>Microsoft Office PowerPoint</Application>
  <PresentationFormat>와이드스크린</PresentationFormat>
  <Paragraphs>29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33</cp:revision>
  <dcterms:created xsi:type="dcterms:W3CDTF">2026-03-10T17:23:29Z</dcterms:created>
  <dcterms:modified xsi:type="dcterms:W3CDTF">2026-07-20T02:36:18Z</dcterms:modified>
</cp:coreProperties>
</file>