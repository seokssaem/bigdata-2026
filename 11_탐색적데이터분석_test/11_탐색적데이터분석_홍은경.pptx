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4" r:id="rId3"/>
    <p:sldId id="276" r:id="rId4"/>
    <p:sldId id="277" r:id="rId5"/>
    <p:sldId id="278" r:id="rId6"/>
    <p:sldId id="262" r:id="rId7"/>
    <p:sldId id="281" r:id="rId8"/>
    <p:sldId id="282" r:id="rId9"/>
    <p:sldId id="283" r:id="rId10"/>
    <p:sldId id="284" r:id="rId11"/>
    <p:sldId id="286" r:id="rId12"/>
    <p:sldId id="265" r:id="rId13"/>
    <p:sldId id="274" r:id="rId14"/>
    <p:sldId id="275" r:id="rId15"/>
    <p:sldId id="290" r:id="rId16"/>
    <p:sldId id="288" r:id="rId17"/>
    <p:sldId id="267" r:id="rId18"/>
    <p:sldId id="268" r:id="rId19"/>
    <p:sldId id="291" r:id="rId20"/>
    <p:sldId id="29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탐색적 데이터 분석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07. 28.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탐색적데이터분석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  <a:p>
            <a:pPr fontAlgn="base" latinLnBrk="1"/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탐색적 데이터 분석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[2001010511_21v4]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BBA025-E383-42DB-9223-FE11DC18627C}"/>
              </a:ext>
            </a:extLst>
          </p:cNvPr>
          <p:cNvSpPr txBox="1"/>
          <p:nvPr/>
        </p:nvSpPr>
        <p:spPr>
          <a:xfrm>
            <a:off x="486561" y="1560352"/>
            <a:ext cx="10410738" cy="2782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1. 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데이터 기초 특성 파악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 pandas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를 이용해 데이터를 불러오고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 shape, 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ChosunGu"/>
              </a:rPr>
              <a:t>dtypes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 describe()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를 이용하여 데이터의 전체 구조와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기술통계량을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확인하시오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수치형 변수와 범주형 변수를 구분하여 리스트로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정리하시오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범주형 변수 중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1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개 이상에 대해 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ChosunGu"/>
              </a:rPr>
              <a:t>value_counts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로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범주별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 빈도를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확인하시오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0360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8625D6-7165-432A-A38B-2F51CA05D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82" y="974765"/>
            <a:ext cx="11613160" cy="41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3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9C22A6-4E5A-44DA-A3F2-68FD28147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85769"/>
            <a:ext cx="3467100" cy="63341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78FFC5A-6D53-4ED5-AEC0-2C9B6668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675" y="1481181"/>
            <a:ext cx="74009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50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F2CFF4-63D8-4B7E-AF19-746EE6FE7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09" y="1530684"/>
            <a:ext cx="11517531" cy="35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3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1623EA-37F3-4672-AB79-ECBD7967DDA1}"/>
              </a:ext>
            </a:extLst>
          </p:cNvPr>
          <p:cNvSpPr txBox="1"/>
          <p:nvPr/>
        </p:nvSpPr>
        <p:spPr>
          <a:xfrm>
            <a:off x="427839" y="645952"/>
            <a:ext cx="10922466" cy="2228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2. 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단변량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/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분포 시각화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수치형 변수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1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개 이상에 대해 히스토그램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(hist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또는 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ChosunGu"/>
              </a:rPr>
              <a:t>histplot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을 그려 분포 형태를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확인하시오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범주형 변수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1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개 이상에 대해 막대그래프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ChosunGu"/>
              </a:rPr>
              <a:t>countplot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를 그려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범주별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 분포를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확인하시오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시각화 결과를 바탕으로 데이터의 분포 특성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치우침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 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왜도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특이 구간 등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을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1~2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문장으로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해석하시오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775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78015C-0C47-4ACE-9440-E71FAD5F7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28575"/>
            <a:ext cx="59817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69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018285-7B4D-4BDA-BA38-2270A66D1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671512"/>
            <a:ext cx="713422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8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06AD6E-1EB9-481F-82CE-94D8B97AD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650" y="1195387"/>
            <a:ext cx="483870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64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D99384-CEE8-4A1C-AFA1-5D0743CEA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75" y="762000"/>
            <a:ext cx="527685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35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EF2724-E0ED-4A80-B866-484F20C5A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58" y="67214"/>
            <a:ext cx="10535567" cy="644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6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08EEF7-2CE2-41E5-94CB-67CE0F5A4922}"/>
              </a:ext>
            </a:extLst>
          </p:cNvPr>
          <p:cNvSpPr txBox="1"/>
          <p:nvPr/>
        </p:nvSpPr>
        <p:spPr>
          <a:xfrm>
            <a:off x="612396" y="753441"/>
            <a:ext cx="9924175" cy="389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3. 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상관관계 및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이변량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 분석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수치형 변수 간 상관계수 행렬을 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ChosunGu"/>
              </a:rPr>
              <a:t>corr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로 계산하고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 heatmap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으로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시각화하시오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상관관계가 가장 높은 변수 쌍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1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개를 선택하여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scatterplot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으로 관계를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시각화하시오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범주형 변수와 수치형 변수 간의 관계를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boxplot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또는 그룹별 평균 비교로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시각화하시오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위 결과를 바탕으로 변수 간 관계에 대한 해석을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서술하시오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 (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상관관계 ≠ 인과관계 언급 포함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)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 </a:t>
            </a:r>
          </a:p>
          <a:p>
            <a:pPr algn="just">
              <a:lnSpc>
                <a:spcPct val="200000"/>
              </a:lnSpc>
            </a:pPr>
            <a:endParaRPr lang="ko-KR" altLang="en-US" b="0" i="0" dirty="0">
              <a:solidFill>
                <a:srgbClr val="212529"/>
              </a:solidFill>
              <a:effectLst/>
              <a:latin typeface="ChosunGu"/>
            </a:endParaRPr>
          </a:p>
        </p:txBody>
      </p:sp>
    </p:spTree>
    <p:extLst>
      <p:ext uri="{BB962C8B-B14F-4D97-AF65-F5344CB8AC3E}">
        <p14:creationId xmlns:p14="http://schemas.microsoft.com/office/powerpoint/2010/main" val="2699281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031164-60A1-486F-8DC1-BE89A3C3C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15" y="557518"/>
            <a:ext cx="10849090" cy="533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52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640F94-F4DA-49D9-BECD-BA2E98CF2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140" y="67112"/>
            <a:ext cx="6007697" cy="637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47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4E2D31-C2A1-42F2-B406-14DA7749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13" y="151001"/>
            <a:ext cx="8583573" cy="624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54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2BE08B-71D6-4A76-81B1-CC23FB13D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207" y="116047"/>
            <a:ext cx="5952962" cy="624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83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693DE8-526B-405E-A803-26333982A2E1}"/>
              </a:ext>
            </a:extLst>
          </p:cNvPr>
          <p:cNvSpPr txBox="1"/>
          <p:nvPr/>
        </p:nvSpPr>
        <p:spPr>
          <a:xfrm>
            <a:off x="486561" y="662730"/>
            <a:ext cx="11258026" cy="389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4. 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그룹별 비교 분석 및 인사이트 도출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특정 범주형 변수를 기준으로 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ChosunGu"/>
              </a:rPr>
              <a:t>groupby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()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또는 피벗테이블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ChosunGu"/>
              </a:rPr>
              <a:t>pivot_table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을 이용하여 그룹별 통계량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평균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합계 등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을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비교하시오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그룹별 비교 결과를 막대그래프 등으로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시각화하시오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-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분석 결과를 종합하여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,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데이터에서 발견한 인사이트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2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가지 이상을 비즈니스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/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업무 관점에서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ChosunGu"/>
              </a:rPr>
              <a:t>서술하시오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ko-KR" altLang="en-US" b="1" i="0" dirty="0">
                <a:solidFill>
                  <a:srgbClr val="212529"/>
                </a:solidFill>
                <a:effectLst/>
                <a:latin typeface="ChosunGu"/>
              </a:rPr>
              <a:t> </a:t>
            </a:r>
            <a:endParaRPr lang="ko-KR" altLang="en-US" b="0" i="0" dirty="0">
              <a:solidFill>
                <a:srgbClr val="212529"/>
              </a:solidFill>
              <a:effectLst/>
              <a:latin typeface="ChosunGu"/>
            </a:endParaRPr>
          </a:p>
          <a:p>
            <a:pPr algn="just">
              <a:lnSpc>
                <a:spcPct val="200000"/>
              </a:lnSpc>
            </a:pPr>
            <a:r>
              <a:rPr lang="ko-KR" altLang="en-US" b="1" i="0" dirty="0">
                <a:solidFill>
                  <a:srgbClr val="212529"/>
                </a:solidFill>
                <a:effectLst/>
                <a:latin typeface="ChosunGu"/>
              </a:rPr>
              <a:t>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841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383E8B-4685-429A-847E-E3D717771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412" y="1804987"/>
            <a:ext cx="55911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91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F82609-007F-48D4-B7FB-98E6A9C08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037" y="690562"/>
            <a:ext cx="625792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0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9374EB-06B5-4AE9-AB0C-4A655C063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2276475"/>
            <a:ext cx="1077277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17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323</Words>
  <Application>Microsoft Office PowerPoint</Application>
  <PresentationFormat>와이드스크린</PresentationFormat>
  <Paragraphs>30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ChosunGu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26</cp:revision>
  <dcterms:created xsi:type="dcterms:W3CDTF">2026-03-10T17:23:29Z</dcterms:created>
  <dcterms:modified xsi:type="dcterms:W3CDTF">2026-07-28T06:43:11Z</dcterms:modified>
</cp:coreProperties>
</file>