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빅데이터수집시스템개발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collector.py, transformer.py, validator.py, output/collected_data.csv, README.md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  (2001020903_24v3)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AE0503-82A8-4E6F-9AD9-4BD1A7273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232" y="875943"/>
            <a:ext cx="6163535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85092F-56DA-472F-B07D-E69C66900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63" y="798459"/>
            <a:ext cx="4202772" cy="47131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6F2EDF-B60C-4025-83EA-F7B0C38B2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35" y="435375"/>
            <a:ext cx="7527336" cy="562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6A65F54-2DB3-4013-8D8C-D11A3543A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829" y="203628"/>
            <a:ext cx="4936830" cy="587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31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26AE00-58EA-43AA-AC9B-C7C05627E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61" y="352338"/>
            <a:ext cx="5757112" cy="558989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D4B81A-22F5-46C1-BD12-349C1A77F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258" y="2286908"/>
            <a:ext cx="3515216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6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AB87F36-7FB6-442A-95A2-A38D05A84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14" y="564033"/>
            <a:ext cx="10980572" cy="519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90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353EB5-D083-4ED3-AA45-77AB107F5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470" y="999786"/>
            <a:ext cx="4363059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8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677DB4B-DCD2-4812-AE09-463D2D684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6243"/>
            <a:ext cx="12192000" cy="504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97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B57EB9-2902-4F37-BD30-BBD9AC46D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6969"/>
            <a:ext cx="12192000" cy="456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189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2E7DFB-56C4-4A97-9A9E-9C70ED00E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1855"/>
            <a:ext cx="12192000" cy="551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23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EF7298-EE15-4E11-AB02-76EE11071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52" y="2352525"/>
            <a:ext cx="8030696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03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5839D26-11DC-4F24-9146-C9D4C5215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6" y="537759"/>
            <a:ext cx="7144747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47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5D82B83-5681-40DD-ABED-44353EBE6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7" y="0"/>
            <a:ext cx="120211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81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3D0E7D-95AC-4FD1-8D87-CA9E9D2BB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1266"/>
            <a:ext cx="12192000" cy="625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70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CC3B07-1868-4805-BF8F-508E33454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11" y="299369"/>
            <a:ext cx="4915586" cy="3943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938D8F-39BE-4433-818C-2982BDF13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521" y="2960809"/>
            <a:ext cx="7320148" cy="329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64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92</Words>
  <Application>Microsoft Office PowerPoint</Application>
  <PresentationFormat>와이드스크린</PresentationFormat>
  <Paragraphs>10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17</cp:revision>
  <dcterms:created xsi:type="dcterms:W3CDTF">2026-03-10T17:23:29Z</dcterms:created>
  <dcterms:modified xsi:type="dcterms:W3CDTF">2026-07-03T03:18:16Z</dcterms:modified>
</cp:coreProperties>
</file>