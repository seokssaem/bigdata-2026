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57429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</a:t>
            </a:r>
            <a:r>
              <a:rPr lang="ko-KR" alt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2026-05-14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E0B0D73-0CF7-414E-ABDA-5842C916B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80" y="1344010"/>
            <a:ext cx="3754620" cy="101315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A2199CE-2CB7-406B-B99F-F29712D72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751" y="1648493"/>
            <a:ext cx="3233322" cy="2893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799DA3F-0D67-4763-AF56-E9FC58962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655" y="1399955"/>
            <a:ext cx="3200825" cy="84977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BA4278C-2F8C-48A6-A2A9-A71100624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66" y="2870722"/>
            <a:ext cx="3840481" cy="161947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2955BDF-3C28-41EA-B857-0C2E07581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4172" y="2834640"/>
            <a:ext cx="3840480" cy="1778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AE5A52B-FC96-4BAE-91C5-B63A9DB78D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0228" y="2848974"/>
            <a:ext cx="3840480" cy="2217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5DF6676-10A3-4571-BA7C-74D16217C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97" y="1522609"/>
            <a:ext cx="3408398" cy="7172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EF82203-6E64-47B3-8F18-5ECC4086A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407" y="1694475"/>
            <a:ext cx="2410161" cy="31436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AA702E2-2BC1-4323-A86D-6D32657E4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2836076"/>
            <a:ext cx="3837305" cy="183837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C3A7554-1B15-4483-A33D-290DB1CE06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886652"/>
            <a:ext cx="1838582" cy="34294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65B0B0-19A8-4875-ACE0-1AF66D482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3229600"/>
            <a:ext cx="2800741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DABFC67-D076-43E0-8D0D-F140CC62F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4" y="1365832"/>
            <a:ext cx="2667372" cy="37152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89B3E35-790B-43E9-A496-0DB0D12E3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01" y="1597492"/>
            <a:ext cx="2705478" cy="29531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E59CE76-3F9E-47C8-97AB-7FC332C9C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598" y="1512665"/>
            <a:ext cx="3134162" cy="57158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C4A8F53-2E37-4A6E-8B06-1DD810ACF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14" y="3280211"/>
            <a:ext cx="3048425" cy="70494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ED551C8-DD1A-4556-A660-C7CC9E561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621" y="3308933"/>
            <a:ext cx="2743583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264707A-839E-4ACB-A131-C8819C492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80973"/>
            <a:ext cx="2139696" cy="46679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DE9D380-5758-4288-BEF2-C76C5321B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1" y="1684328"/>
            <a:ext cx="2130552" cy="921712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ED925FD-A0D4-42E0-8F77-2F8FF184B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37120"/>
            <a:ext cx="2139696" cy="84148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79E0684-1DAF-4749-868E-D34B8D500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265" y="1264596"/>
            <a:ext cx="2304767" cy="232442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922439A-3E33-4112-BCD7-244B72C9FB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5485" y="1297721"/>
            <a:ext cx="2558013" cy="1717829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936282A2-743D-4D1A-AC0A-A4FD71CF0F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2846581"/>
            <a:ext cx="3522475" cy="1725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577</Words>
  <Application>Microsoft Office PowerPoint</Application>
  <PresentationFormat>사용자 지정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15</cp:revision>
  <dcterms:created xsi:type="dcterms:W3CDTF">2026-03-03T01:32:21Z</dcterms:created>
  <dcterms:modified xsi:type="dcterms:W3CDTF">2026-05-14T01:25:49Z</dcterms:modified>
</cp:coreProperties>
</file>