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69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57429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</a:t>
            </a:r>
            <a:r>
              <a:rPr lang="ko-KR" alt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김기완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: 2026-05-14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</a:t>
            </a: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Kimgiwan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E0B0D73-0CF7-414E-ABDA-5842C916B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80" y="1344010"/>
            <a:ext cx="3754620" cy="10131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A2199CE-2CB7-406B-B99F-F29712D72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751" y="1648493"/>
            <a:ext cx="3233322" cy="2893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799DA3F-0D67-4763-AF56-E9FC589627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0655" y="1399955"/>
            <a:ext cx="3200825" cy="84977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BA4278C-2F8C-48A6-A2A9-A711006243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66" y="2870722"/>
            <a:ext cx="3840481" cy="161947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2955BDF-3C28-41EA-B857-0C2E07581B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4172" y="2834640"/>
            <a:ext cx="3840480" cy="1778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CAE5A52B-FC96-4BAE-91C5-B63A9DB78D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0228" y="2848974"/>
            <a:ext cx="3840480" cy="2217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ACA60DD-1E9A-C000-4116-1260DBD6701E}"/>
              </a:ext>
            </a:extLst>
          </p:cNvPr>
          <p:cNvSpPr/>
          <p:nvPr/>
        </p:nvSpPr>
        <p:spPr>
          <a:xfrm>
            <a:off x="22098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3B9BF0-0B5E-CC69-8D3A-FA77B6EC8E72}"/>
              </a:ext>
            </a:extLst>
          </p:cNvPr>
          <p:cNvSpPr/>
          <p:nvPr/>
        </p:nvSpPr>
        <p:spPr>
          <a:xfrm>
            <a:off x="62331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56921F-D994-58E2-48F5-0390298B4753}"/>
              </a:ext>
            </a:extLst>
          </p:cNvPr>
          <p:cNvSpPr/>
          <p:nvPr/>
        </p:nvSpPr>
        <p:spPr>
          <a:xfrm>
            <a:off x="22098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C105FC-A595-F304-1816-D3B1F9FB5B7A}"/>
              </a:ext>
            </a:extLst>
          </p:cNvPr>
          <p:cNvSpPr/>
          <p:nvPr/>
        </p:nvSpPr>
        <p:spPr>
          <a:xfrm>
            <a:off x="62331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5DF6676-10A3-4571-BA7C-74D16217C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897" y="1522609"/>
            <a:ext cx="3408398" cy="71725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EF82203-6E64-47B3-8F18-5ECC4086AA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407" y="1694475"/>
            <a:ext cx="2410161" cy="31436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AA702E2-2BC1-4323-A86D-6D32657E4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720" y="2836076"/>
            <a:ext cx="3837305" cy="1838374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C3A7554-1B15-4483-A33D-290DB1CE06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800" y="2886652"/>
            <a:ext cx="1838582" cy="342948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B65B0B0-19A8-4875-ACE0-1AF66D4829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9800" y="3229600"/>
            <a:ext cx="2800741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DABFC67-D076-43E0-8D0D-F140CC62F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14" y="1365832"/>
            <a:ext cx="2667372" cy="37152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89B3E35-790B-43E9-A496-0DB0D12E39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301" y="1597492"/>
            <a:ext cx="2705478" cy="29531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6E59CE76-3F9E-47C8-97AB-7FC332C9CF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1598" y="1512665"/>
            <a:ext cx="3134162" cy="57158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C4A8F53-2E37-4A6E-8B06-1DD810ACF8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4" y="3280211"/>
            <a:ext cx="3048425" cy="70494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ED551C8-DD1A-4556-A660-C7CC9E5615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621" y="3308933"/>
            <a:ext cx="2743583" cy="3715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hello_exam.py 실행 → Hello, Exam!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앞에 (exam_env)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264707A-839E-4ACB-A131-C8819C492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80973"/>
            <a:ext cx="2139696" cy="466790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DE9D380-5758-4288-BEF2-C76C5321B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1" y="1684328"/>
            <a:ext cx="2130552" cy="921712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CED925FD-A0D4-42E0-8F77-2F8FF184BE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737120"/>
            <a:ext cx="2139696" cy="841487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479E0684-1DAF-4749-868E-D34B8D500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5265" y="1264596"/>
            <a:ext cx="2304767" cy="232442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6922439A-3E33-4112-BCD7-244B72C9FB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5485" y="1297721"/>
            <a:ext cx="2558013" cy="1717829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936282A2-743D-4D1A-AC0A-A4FD71CF0F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2880" y="2846581"/>
            <a:ext cx="3522475" cy="17254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</a:t>
            </a:r>
            <a:r>
              <a:rPr lang="en-US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0</a:t>
            </a:r>
            <a:r>
              <a:rPr lang="en-US" altLang="ko-KR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6DAF5BC8-260C-4139-88D4-57C30F587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" y="4712716"/>
            <a:ext cx="4982270" cy="20862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577</Words>
  <Application>Microsoft Office PowerPoint</Application>
  <PresentationFormat>사용자 지정</PresentationFormat>
  <Paragraphs>87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16</cp:revision>
  <dcterms:created xsi:type="dcterms:W3CDTF">2026-03-03T01:32:21Z</dcterms:created>
  <dcterms:modified xsi:type="dcterms:W3CDTF">2026-05-14T01:40:41Z</dcterms:modified>
</cp:coreProperties>
</file>