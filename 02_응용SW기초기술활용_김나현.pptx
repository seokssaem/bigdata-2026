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BFFBE-257F-EFA6-C3C0-D593F6E0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1E67-2AB1-69E1-BC41-5F6195A0B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385B2-5882-F2C6-CEA6-455977062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228DC-F478-F05B-B67B-01FE323AA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응용SW 기초 기술 활용  (2001020233_23v5)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학사게시판에 첨부파일로 올리고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시험종료버튼 누르기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2026-05-21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02_응용SW기초기술활용_이름.pptx   |   02_test_이름.py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(1)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미들웨어(Middleware)의 개념을 자신의 말로 설명하시오.  |  이론 지식 확인 서술형 문항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97279"/>
            <a:ext cx="5806440" cy="5298077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dirty="0"/>
              <a:t>분산된 시스템 사이에서 데이터를 교환하고 통신할 수 있도록 해주는 중간 소프트웨어</a:t>
            </a:r>
            <a:r>
              <a:rPr lang="en-US" altLang="ko-KR" sz="1600" dirty="0"/>
              <a:t>. </a:t>
            </a:r>
            <a:r>
              <a:rPr lang="ko-KR" altLang="en-US" sz="1600" dirty="0"/>
              <a:t>생산자와 데이터 사용자 사이에 위치하여 통신 서비스를 제공한다</a:t>
            </a:r>
            <a:r>
              <a:rPr lang="en-US" altLang="ko-KR" sz="1600" dirty="0"/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53912" y="1097280"/>
            <a:ext cx="5806440" cy="5298076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35661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작성한 답안의 캡처 화면 또는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추가 설명 이미지를 첨부하시오.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1.  미들웨어(Middleware) 개념 서술  (2)  — 배점 10점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미들웨어가 필요한 이유를 두 가지 작성하시오.  (각 5점 × 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이유 1  (5점)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3912" y="1067316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45352" y="1067316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이유 2  (5점)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74320" y="371703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/>
              <a:t>개발 생산성이 향상된다</a:t>
            </a:r>
            <a:r>
              <a:rPr lang="en-US" altLang="ko-KR" sz="1600" dirty="0"/>
              <a:t>. </a:t>
            </a:r>
            <a:r>
              <a:rPr lang="ko-KR" altLang="en-US" sz="1600" dirty="0"/>
              <a:t>보안</a:t>
            </a:r>
            <a:r>
              <a:rPr lang="en-US" altLang="ko-KR" sz="1600" dirty="0"/>
              <a:t>, </a:t>
            </a:r>
            <a:r>
              <a:rPr lang="ko-KR" altLang="en-US" sz="1600" dirty="0"/>
              <a:t>세션 관리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변환 등 공통적인 기능을 미들웨어가 대신 처리해준다</a:t>
            </a:r>
            <a:r>
              <a:rPr lang="en-US" altLang="ko-KR" sz="1600" dirty="0"/>
              <a:t>.</a:t>
            </a:r>
          </a:p>
        </p:txBody>
      </p:sp>
      <p:sp>
        <p:nvSpPr>
          <p:cNvPr id="15" name="Shape 13"/>
          <p:cNvSpPr/>
          <p:nvPr/>
        </p:nvSpPr>
        <p:spPr>
          <a:xfrm>
            <a:off x="6153912" y="1414788"/>
            <a:ext cx="5806440" cy="441908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6245352" y="3717036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dirty="0"/>
              <a:t>시스템간 효율적 통합을 할 수 있다</a:t>
            </a:r>
            <a:r>
              <a:rPr lang="en-US" altLang="ko-KR" sz="1600" dirty="0"/>
              <a:t>. </a:t>
            </a:r>
            <a:r>
              <a:rPr lang="ko-KR" altLang="en-US" sz="1600" dirty="0"/>
              <a:t>서로 다른 하드웨어</a:t>
            </a:r>
            <a:r>
              <a:rPr lang="en-US" altLang="ko-KR" sz="1600" dirty="0"/>
              <a:t>, </a:t>
            </a:r>
            <a:r>
              <a:rPr lang="ko-KR" altLang="en-US" sz="1600" dirty="0"/>
              <a:t>운영체제</a:t>
            </a:r>
            <a:r>
              <a:rPr lang="en-US" altLang="ko-KR" sz="1600" dirty="0"/>
              <a:t> </a:t>
            </a:r>
            <a:r>
              <a:rPr lang="ko-KR" altLang="en-US" sz="1600" dirty="0"/>
              <a:t>환경에서도 표준화된 인터페이스를 제공한다</a:t>
            </a:r>
            <a:r>
              <a:rPr lang="en-US" altLang="ko-KR" sz="1600" dirty="0"/>
              <a:t>.</a:t>
            </a:r>
          </a:p>
        </p:txBody>
      </p:sp>
      <p:sp>
        <p:nvSpPr>
          <p:cNvPr id="17" name="Shape 15"/>
          <p:cNvSpPr/>
          <p:nvPr/>
        </p:nvSpPr>
        <p:spPr>
          <a:xfrm>
            <a:off x="182880" y="5980176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5980176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이유는 한 문장 이상으로 구체적으로 서술해야 합니다.  단순히 "편리하다" 수준의 답변은 인정되지 않습니다.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작성  (1)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코드 구현 과정을 완성하고, 각 단계 결과를 캡처하여 순서대로 붙여넣으시오.  |  배점 80점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44318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44318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17470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17470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37510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check_safety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정의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17470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08910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51476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51476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024628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4628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44668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비교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(if 문 작성)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4628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16068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58634" y="1083564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358634" y="1083564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431786" y="112014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31786" y="1120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51826" y="108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반환값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31786" y="1495044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523226" y="20391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2726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522726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595878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595878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15918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미들웨어 호출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95878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87318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29884" y="3570732"/>
            <a:ext cx="2286000" cy="219456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929884" y="3570732"/>
            <a:ext cx="2286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003036" y="3607308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03036" y="36073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23076" y="35707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확인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03036" y="3982212"/>
            <a:ext cx="2139696" cy="16821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094476" y="4526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각 단계별 결과를 캡처하여 순서에 맞게 붙여넣으시오.  </a:t>
            </a:r>
            <a:r>
              <a:rPr lang="ko-KR" alt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캡쳐이미지는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네모 상자에 튀어나와도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상자 크기를 조절해도 됩니다</a:t>
            </a:r>
            <a:r>
              <a:rPr lang="en-US" altLang="ko-KR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BE9458D-C617-4F4B-9341-AB217EB6F9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38681" b="82081"/>
          <a:stretch/>
        </p:blipFill>
        <p:spPr>
          <a:xfrm>
            <a:off x="2635945" y="2131014"/>
            <a:ext cx="1956880" cy="237282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25405F8-0ACD-4002-AEE8-5B29DDD20E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91" t="13223"/>
          <a:stretch/>
        </p:blipFill>
        <p:spPr>
          <a:xfrm>
            <a:off x="4611300" y="1780049"/>
            <a:ext cx="2917146" cy="1149061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7BE7C8E3-66AF-4DF2-BC9A-E4E23B7B9E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91" t="13223"/>
          <a:stretch/>
        </p:blipFill>
        <p:spPr>
          <a:xfrm>
            <a:off x="7546921" y="1730785"/>
            <a:ext cx="2917146" cy="114906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1BA47B2-FC21-471D-A26C-84C28DCBF2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5309" r="34256"/>
          <a:stretch/>
        </p:blipFill>
        <p:spPr>
          <a:xfrm>
            <a:off x="3458718" y="4451211"/>
            <a:ext cx="2286000" cy="47932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FCF806CB-22BA-4085-8BE6-EA0E44BBE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152" y="3939035"/>
            <a:ext cx="3655482" cy="177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D7DC4-74AA-514A-14DD-82F96291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C4F579-0BE5-1685-1F87-51B8AD9D25D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C71AAC-4657-E0E0-A9B0-0BB5565B38B4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6C24AA-350D-4ACF-443C-95E9F82BA1AF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568DBF-A0E1-28D8-4ACD-A74FC01E4495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코드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(2)</a:t>
            </a:r>
            <a:endParaRPr lang="en-US" sz="1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EA734388-892D-FB3D-EA80-D247B5D93928}"/>
              </a:ext>
            </a:extLst>
          </p:cNvPr>
          <p:cNvSpPr/>
          <p:nvPr/>
        </p:nvSpPr>
        <p:spPr>
          <a:xfrm>
            <a:off x="137159" y="680357"/>
            <a:ext cx="11886111" cy="5217707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2F0BE5C-225C-0784-5028-797F07053AFF}"/>
              </a:ext>
            </a:extLst>
          </p:cNvPr>
          <p:cNvSpPr/>
          <p:nvPr/>
        </p:nvSpPr>
        <p:spPr>
          <a:xfrm>
            <a:off x="274320" y="3337560"/>
            <a:ext cx="11521440" cy="2560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</a:t>
            </a:r>
            <a:r>
              <a:rPr lang="en-US" sz="1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코드 작성 화면 캡처</a:t>
            </a:r>
            <a:r>
              <a:rPr lang="en-US" sz="10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(VS Code 또는 IDE에서 작성한 전체 코드를 여기에 붙여넣으시오)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4EFD3BF-EDE7-76E9-76A8-EB439E9FD565}"/>
              </a:ext>
            </a:extLst>
          </p:cNvPr>
          <p:cNvSpPr/>
          <p:nvPr/>
        </p:nvSpPr>
        <p:spPr>
          <a:xfrm>
            <a:off x="182880" y="6035224"/>
            <a:ext cx="1179576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319ADAC7-0584-DA6A-A2AB-91093A9A6D80}"/>
              </a:ext>
            </a:extLst>
          </p:cNvPr>
          <p:cNvSpPr/>
          <p:nvPr/>
        </p:nvSpPr>
        <p:spPr>
          <a:xfrm>
            <a:off x="320040" y="6035224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sz="10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lang="en-US" sz="10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코드는 구문 오류(Syntax Error) 없이 실행되어야 합니다.</a:t>
            </a:r>
            <a:endParaRPr lang="en-US" sz="10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EE8428C5-73C4-A37A-319D-37D99A3A772F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C1A1688-DFE3-31BD-ADE8-D57BFEF5F1D2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90334E9-3BBC-9557-A47D-E8B9656DA77E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8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9CCD02-B65C-4184-94BF-115C945AA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3" y="1902586"/>
            <a:ext cx="4505954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문항  2.  놀이공원 입장 시스템  —  실행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키 = 140  →  안전 확인 + 롤러코스터 출발  |  [실행예시 2] 키 = 130  →  탑승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8064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1]  키 = 140  →  탑승 가능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353312"/>
            <a:ext cx="58064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140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안전 확인 완료: 키가 140cm 이상입니다.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🎢 롤러코스터가 출발합니다! 즐거운 시간 되세요.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4320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1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안전 확인 완료 → 롤러코스터 출발)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3912" y="1005840"/>
            <a:ext cx="580644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45352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[실행예시 2]  키 = 130  →  탑승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53912" y="1353312"/>
            <a:ext cx="580644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1353312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키를 입력하세요: 130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[미들웨어] 탑승 불가: 키가 너무 작습니다.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2029968"/>
            <a:ext cx="5806440" cy="43327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45352" y="410130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실행예시 2 캡처 이미지를 붙여넣으시오.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(키 입력 → 탑승 불가 출력)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 플랫폼 개발자 양성과정  |  응용SW 기초 기술 활용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85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933AD74-5BC0-499D-ADAC-1EEB71FFFC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250"/>
          <a:stretch/>
        </p:blipFill>
        <p:spPr>
          <a:xfrm>
            <a:off x="762042" y="3753577"/>
            <a:ext cx="4858428" cy="100591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C8B291A-AFB7-4BA1-8503-55D6419A63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366"/>
          <a:stretch/>
        </p:blipFill>
        <p:spPr>
          <a:xfrm>
            <a:off x="6568482" y="3587832"/>
            <a:ext cx="4858428" cy="13561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625</Words>
  <Application>Microsoft Office PowerPoint</Application>
  <PresentationFormat>와이드스크린</PresentationFormat>
  <Paragraphs>78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02_응용SW기초기술활용</dc:title>
  <dc:subject>PptxGenJS Presentation</dc:subject>
  <dc:creator>PptxGenJS</dc:creator>
  <cp:lastModifiedBy>FullName</cp:lastModifiedBy>
  <cp:revision>15</cp:revision>
  <dcterms:created xsi:type="dcterms:W3CDTF">2026-03-10T16:20:31Z</dcterms:created>
  <dcterms:modified xsi:type="dcterms:W3CDTF">2026-05-21T00:40:53Z</dcterms:modified>
</cp:coreProperties>
</file>