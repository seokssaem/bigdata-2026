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빅데이터수집시스템개발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collector.py, transformer.py, validator.py, output/collected_data.csv, README.md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  (2001020903_24v3)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FD2D21-9E03-4A34-BA75-5123B1365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011" y="0"/>
            <a:ext cx="9237730" cy="633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5A362F-7653-4539-8F0C-12354BD6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1533260"/>
            <a:ext cx="7668695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92</Words>
  <Application>Microsoft Office PowerPoint</Application>
  <PresentationFormat>와이드스크린</PresentationFormat>
  <Paragraphs>10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16</cp:revision>
  <dcterms:created xsi:type="dcterms:W3CDTF">2026-03-10T17:23:29Z</dcterms:created>
  <dcterms:modified xsi:type="dcterms:W3CDTF">2026-07-03T02:17:30Z</dcterms:modified>
</cp:coreProperties>
</file>