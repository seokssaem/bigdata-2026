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3" r:id="rId6"/>
    <p:sldId id="257" r:id="rId7"/>
    <p:sldId id="264" r:id="rId8"/>
    <p:sldId id="258" r:id="rId9"/>
    <p:sldId id="25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2026-09-07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16_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통합구현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통합구현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2001020206_23v6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C5017F-F221-4CD2-AFCD-A017943FC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952" y="566256"/>
            <a:ext cx="5852720" cy="57254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EA2A0-16D9-4EB6-9297-06A032119C02}"/>
              </a:ext>
            </a:extLst>
          </p:cNvPr>
          <p:cNvSpPr txBox="1"/>
          <p:nvPr/>
        </p:nvSpPr>
        <p:spPr>
          <a:xfrm>
            <a:off x="444617" y="369116"/>
            <a:ext cx="3040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Docker </a:t>
            </a:r>
            <a:r>
              <a:rPr lang="ko-KR" altLang="en-US" sz="2400" dirty="0"/>
              <a:t>컨테이너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895C6-DA47-48FD-997C-2A40DD1F95E3}"/>
              </a:ext>
            </a:extLst>
          </p:cNvPr>
          <p:cNvSpPr txBox="1"/>
          <p:nvPr/>
        </p:nvSpPr>
        <p:spPr>
          <a:xfrm>
            <a:off x="444618" y="1208015"/>
            <a:ext cx="4983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Docker Compose</a:t>
            </a:r>
            <a:r>
              <a:rPr lang="ko-KR" altLang="en-US" dirty="0"/>
              <a:t>를 활용해 </a:t>
            </a:r>
            <a:r>
              <a:rPr lang="en-US" altLang="ko-KR" dirty="0" err="1"/>
              <a:t>FastAPI</a:t>
            </a:r>
            <a:r>
              <a:rPr lang="ko-KR" altLang="en-US" dirty="0"/>
              <a:t>와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컨테이너를 연계하고</a:t>
            </a:r>
            <a:r>
              <a:rPr lang="en-US" altLang="ko-KR" dirty="0"/>
              <a:t>, </a:t>
            </a:r>
            <a:r>
              <a:rPr lang="ko-KR" altLang="en-US" dirty="0"/>
              <a:t>내부 네트워크 기반의 </a:t>
            </a:r>
            <a:r>
              <a:rPr lang="en-US" altLang="ko-KR" dirty="0"/>
              <a:t>API </a:t>
            </a:r>
            <a:r>
              <a:rPr lang="ko-KR" altLang="en-US" dirty="0"/>
              <a:t>통신 환경을 구축</a:t>
            </a:r>
          </a:p>
        </p:txBody>
      </p:sp>
    </p:spTree>
    <p:extLst>
      <p:ext uri="{BB962C8B-B14F-4D97-AF65-F5344CB8AC3E}">
        <p14:creationId xmlns:p14="http://schemas.microsoft.com/office/powerpoint/2010/main" val="371921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7C3BE63-0204-4B73-987D-B866D164B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1023602"/>
            <a:ext cx="10155067" cy="4810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85FAEB-6335-47A5-8504-2F95A9EC264A}"/>
              </a:ext>
            </a:extLst>
          </p:cNvPr>
          <p:cNvSpPr txBox="1"/>
          <p:nvPr/>
        </p:nvSpPr>
        <p:spPr>
          <a:xfrm>
            <a:off x="444617" y="369116"/>
            <a:ext cx="1740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Docker </a:t>
            </a:r>
            <a:r>
              <a:rPr lang="ko-KR" altLang="en-US" sz="2400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87300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9FE6B3-80E6-4B78-8610-AED2576FE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1199839"/>
            <a:ext cx="8878539" cy="44583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DC0D48-096B-40CB-94A2-8639E4AA94E8}"/>
              </a:ext>
            </a:extLst>
          </p:cNvPr>
          <p:cNvSpPr txBox="1"/>
          <p:nvPr/>
        </p:nvSpPr>
        <p:spPr>
          <a:xfrm>
            <a:off x="5620624" y="3137483"/>
            <a:ext cx="18069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API </a:t>
            </a:r>
            <a:r>
              <a:rPr lang="ko-KR" altLang="en-US" dirty="0"/>
              <a:t>키 설정 추가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765E31F-6663-4813-A445-D72D04062FA8}"/>
              </a:ext>
            </a:extLst>
          </p:cNvPr>
          <p:cNvCxnSpPr>
            <a:cxnSpLocks/>
          </p:cNvCxnSpPr>
          <p:nvPr/>
        </p:nvCxnSpPr>
        <p:spPr>
          <a:xfrm flipH="1" flipV="1">
            <a:off x="4530055" y="3196206"/>
            <a:ext cx="1090570" cy="125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005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D31222-D5AC-41FD-B798-2EC28BCC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899759"/>
            <a:ext cx="6973273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8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E2016D-3B8E-4D08-AAD1-50E63FA7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1422698"/>
            <a:ext cx="9707330" cy="22005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C7681F3-B06E-4949-B215-F0D701D5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4273920"/>
            <a:ext cx="9516803" cy="1448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17268-3D09-4D6E-9D21-2CEAE0F04D53}"/>
              </a:ext>
            </a:extLst>
          </p:cNvPr>
          <p:cNvSpPr txBox="1"/>
          <p:nvPr/>
        </p:nvSpPr>
        <p:spPr>
          <a:xfrm>
            <a:off x="444617" y="369116"/>
            <a:ext cx="4153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/>
              <a:t>도커</a:t>
            </a:r>
            <a:r>
              <a:rPr lang="ko-KR" altLang="en-US" sz="2400" dirty="0"/>
              <a:t> 컨테이너 및 이미지 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17130-E690-4138-8482-1FDB2964DFA8}"/>
              </a:ext>
            </a:extLst>
          </p:cNvPr>
          <p:cNvSpPr txBox="1"/>
          <p:nvPr/>
        </p:nvSpPr>
        <p:spPr>
          <a:xfrm>
            <a:off x="1242335" y="10617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컨테이너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6F7D3-0668-4227-8CF6-E6DAF8008190}"/>
              </a:ext>
            </a:extLst>
          </p:cNvPr>
          <p:cNvSpPr txBox="1"/>
          <p:nvPr/>
        </p:nvSpPr>
        <p:spPr>
          <a:xfrm>
            <a:off x="1242335" y="398422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0DCB03-05FD-4C3E-A2D2-AFAC8631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61" y="1276049"/>
            <a:ext cx="6649378" cy="4305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08DED-27BD-415C-BD9D-AE9B745D3BCD}"/>
              </a:ext>
            </a:extLst>
          </p:cNvPr>
          <p:cNvSpPr txBox="1"/>
          <p:nvPr/>
        </p:nvSpPr>
        <p:spPr>
          <a:xfrm>
            <a:off x="447561" y="5813462"/>
            <a:ext cx="375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 err="1"/>
              <a:t>도커</a:t>
            </a:r>
            <a:r>
              <a:rPr lang="ko-KR" altLang="en-US" dirty="0"/>
              <a:t> 사용시 영문 경로를 사용하기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AF0EF-B08C-4D54-902E-DBE893076750}"/>
              </a:ext>
            </a:extLst>
          </p:cNvPr>
          <p:cNvSpPr txBox="1"/>
          <p:nvPr/>
        </p:nvSpPr>
        <p:spPr>
          <a:xfrm>
            <a:off x="444617" y="369116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문제 해결 과정</a:t>
            </a:r>
          </a:p>
        </p:txBody>
      </p:sp>
    </p:spTree>
    <p:extLst>
      <p:ext uri="{BB962C8B-B14F-4D97-AF65-F5344CB8AC3E}">
        <p14:creationId xmlns:p14="http://schemas.microsoft.com/office/powerpoint/2010/main" val="288225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82C4E4-982C-4CE3-89CF-AD0B02139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82" y="1241571"/>
            <a:ext cx="5606610" cy="2104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97DB43-4AFE-4594-B96C-34D83CBA9F77}"/>
              </a:ext>
            </a:extLst>
          </p:cNvPr>
          <p:cNvSpPr txBox="1"/>
          <p:nvPr/>
        </p:nvSpPr>
        <p:spPr>
          <a:xfrm>
            <a:off x="444617" y="369116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문제 해결 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7AF198-1A12-4205-A1FB-CCD03F52D0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5" b="42050"/>
          <a:stretch/>
        </p:blipFill>
        <p:spPr>
          <a:xfrm>
            <a:off x="356282" y="3512131"/>
            <a:ext cx="8878539" cy="2583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CE4D50-4E36-4D8A-A8BA-E944216668B9}"/>
              </a:ext>
            </a:extLst>
          </p:cNvPr>
          <p:cNvSpPr txBox="1"/>
          <p:nvPr/>
        </p:nvSpPr>
        <p:spPr>
          <a:xfrm>
            <a:off x="4320176" y="5449988"/>
            <a:ext cx="18069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API </a:t>
            </a:r>
            <a:r>
              <a:rPr lang="ko-KR" altLang="en-US" dirty="0"/>
              <a:t>키 설정 추가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C4A9102-F577-465A-B2CE-32035E5B46D3}"/>
              </a:ext>
            </a:extLst>
          </p:cNvPr>
          <p:cNvCxnSpPr>
            <a:cxnSpLocks/>
          </p:cNvCxnSpPr>
          <p:nvPr/>
        </p:nvCxnSpPr>
        <p:spPr>
          <a:xfrm flipH="1" flipV="1">
            <a:off x="3229607" y="5508711"/>
            <a:ext cx="1090570" cy="125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33D520-0C41-4FA5-ACF3-3BEABFBA63F8}"/>
              </a:ext>
            </a:extLst>
          </p:cNvPr>
          <p:cNvSpPr txBox="1"/>
          <p:nvPr/>
        </p:nvSpPr>
        <p:spPr>
          <a:xfrm>
            <a:off x="6744749" y="1258728"/>
            <a:ext cx="43765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 err="1"/>
              <a:t>도커로</a:t>
            </a:r>
            <a:r>
              <a:rPr lang="ko-KR" altLang="en-US" dirty="0"/>
              <a:t> 실행할 때는 </a:t>
            </a:r>
            <a:r>
              <a:rPr lang="ko-KR" altLang="en-US" dirty="0" err="1"/>
              <a:t>도커</a:t>
            </a:r>
            <a:r>
              <a:rPr lang="ko-KR" altLang="en-US" dirty="0"/>
              <a:t> 설정파일</a:t>
            </a:r>
            <a:r>
              <a:rPr lang="en-US" altLang="ko-KR" dirty="0"/>
              <a:t>.</a:t>
            </a:r>
            <a:r>
              <a:rPr lang="en-US" altLang="ko-KR" dirty="0" err="1"/>
              <a:t>yml</a:t>
            </a:r>
            <a:r>
              <a:rPr lang="ko-KR" altLang="en-US" dirty="0"/>
              <a:t>에</a:t>
            </a:r>
            <a:endParaRPr lang="en-US" altLang="ko-KR" dirty="0"/>
          </a:p>
          <a:p>
            <a:r>
              <a:rPr lang="en-US" altLang="ko-KR" dirty="0"/>
              <a:t>API </a:t>
            </a:r>
            <a:r>
              <a:rPr lang="ko-KR" altLang="en-US" dirty="0"/>
              <a:t>키를 추가해야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PostgreSQL </a:t>
            </a:r>
            <a:r>
              <a:rPr lang="ko-KR" altLang="en-US" dirty="0"/>
              <a:t>정보를 기입하는 과정과 동일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4548B2C-9DCF-4B11-A014-B69F5F72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09" y="1031847"/>
            <a:ext cx="5949927" cy="5373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AAD4F1-63FE-47E2-A464-23514947A2F9}"/>
              </a:ext>
            </a:extLst>
          </p:cNvPr>
          <p:cNvSpPr txBox="1"/>
          <p:nvPr/>
        </p:nvSpPr>
        <p:spPr>
          <a:xfrm>
            <a:off x="444617" y="369116"/>
            <a:ext cx="2169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문제 해결 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C7F27D-0A91-47E7-9F98-2A65CD6C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884" y="1166070"/>
            <a:ext cx="5669907" cy="496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5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136</Words>
  <Application>Microsoft Office PowerPoint</Application>
  <PresentationFormat>와이드스크린</PresentationFormat>
  <Paragraphs>25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36</cp:revision>
  <dcterms:created xsi:type="dcterms:W3CDTF">2026-03-10T17:23:29Z</dcterms:created>
  <dcterms:modified xsi:type="dcterms:W3CDTF">2026-09-07T02:01:52Z</dcterms:modified>
</cp:coreProperties>
</file>