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9" autoAdjust="0"/>
    <p:restoredTop sz="94610"/>
  </p:normalViewPr>
  <p:slideViewPr>
    <p:cSldViewPr snapToGrid="0" snapToObjects="1">
      <p:cViewPr varScale="1">
        <p:scale>
          <a:sx n="60" d="100"/>
          <a:sy n="60" d="100"/>
        </p:scale>
        <p:origin x="72" y="12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18372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34376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F7FCEC0-9BF7-C7AB-2E28-BF9358ECB10A}"/>
              </a:ext>
            </a:extLst>
          </p:cNvPr>
          <p:cNvSpPr/>
          <p:nvPr userDrawn="1"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6A3C5D1-F241-4B07-65D0-0487E88E244A}"/>
              </a:ext>
            </a:extLst>
          </p:cNvPr>
          <p:cNvSpPr/>
          <p:nvPr userDrawn="1"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15">
            <a:extLst>
              <a:ext uri="{FF2B5EF4-FFF2-40B4-BE49-F238E27FC236}">
                <a16:creationId xmlns:a16="http://schemas.microsoft.com/office/drawing/2014/main" id="{A3EFE6F8-DA1A-85A4-6F9E-896D0BB01EE1}"/>
              </a:ext>
            </a:extLst>
          </p:cNvPr>
          <p:cNvSpPr/>
          <p:nvPr userDrawn="1"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5" name="Text 16">
            <a:extLst>
              <a:ext uri="{FF2B5EF4-FFF2-40B4-BE49-F238E27FC236}">
                <a16:creationId xmlns:a16="http://schemas.microsoft.com/office/drawing/2014/main" id="{5B82CC4B-4723-62DA-34D4-85571F3B4C25}"/>
              </a:ext>
            </a:extLst>
          </p:cNvPr>
          <p:cNvSpPr/>
          <p:nvPr userDrawn="1"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ko-KR" alt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）빅데이터 분석 플랫폼 개발자 양성과정  |  </a:t>
            </a:r>
            <a:r>
              <a:rPr 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</a:t>
            </a: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80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 결과 시각화</a:t>
            </a:r>
            <a:endParaRPr lang="en-US" sz="800" dirty="0"/>
          </a:p>
        </p:txBody>
      </p:sp>
      <p:sp>
        <p:nvSpPr>
          <p:cNvPr id="6" name="Text 17">
            <a:extLst>
              <a:ext uri="{FF2B5EF4-FFF2-40B4-BE49-F238E27FC236}">
                <a16:creationId xmlns:a16="http://schemas.microsoft.com/office/drawing/2014/main" id="{604F34FF-DD31-5BC2-53F0-68A043D0CAAC}"/>
              </a:ext>
            </a:extLst>
          </p:cNvPr>
          <p:cNvSpPr/>
          <p:nvPr userDrawn="1"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fld id="{B4DF1AC8-19D0-4BA0-AE8B-CFB9F8DCD785}" type="slidenum">
              <a:rPr lang="en-US" sz="850" smtClean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‹#›</a:t>
            </a:fld>
            <a:endParaRPr lang="en-US" sz="8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93079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📌 제출 </a:t>
            </a:r>
            <a:r>
              <a:rPr lang="en-US" sz="1200" b="1" dirty="0" err="1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방법</a:t>
            </a: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</a:t>
            </a:r>
            <a:r>
              <a:rPr lang="ko-KR" alt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학사시스템 능력 평가 게시판 및</a:t>
            </a:r>
            <a:r>
              <a:rPr lang="en-US" altLang="ko-KR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GitHub Repository  →  본인 Branch Push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520440"/>
            <a:ext cx="5212080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5897880" y="3520440"/>
            <a:ext cx="5852160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94360" y="3520440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</a:t>
            </a: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</a:t>
            </a:r>
            <a:r>
              <a:rPr lang="ko-KR" alt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김수완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035040" y="3520440"/>
            <a:ext cx="5577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수행날짜</a:t>
            </a: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2026-08-24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206240"/>
            <a:ext cx="11274552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94360" y="420624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Branch 이름 (영문) : </a:t>
            </a:r>
            <a:r>
              <a:rPr 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KimSuWan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4876" y="4892039"/>
            <a:ext cx="11274552" cy="1242061"/>
          </a:xfrm>
          <a:prstGeom prst="rect">
            <a:avLst/>
          </a:prstGeom>
          <a:solidFill>
            <a:srgbClr val="FFF9C4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5" name="Text 13"/>
          <p:cNvSpPr/>
          <p:nvPr/>
        </p:nvSpPr>
        <p:spPr>
          <a:xfrm>
            <a:off x="539496" y="4936207"/>
            <a:ext cx="10972800" cy="641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indent="0" algn="l" fontAlgn="base" latinLnBrk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📂 </a:t>
            </a:r>
            <a:r>
              <a:rPr lang="en-US" sz="11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업로드</a:t>
            </a:r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1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</a:t>
            </a:r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14_</a:t>
            </a:r>
            <a:r>
              <a:rPr lang="ko-KR" altLang="en-US" sz="1100" dirty="0" err="1">
                <a:solidFill>
                  <a:srgbClr val="1F3864"/>
                </a:solidFill>
                <a:latin typeface="Consolas" pitchFamily="34" charset="0"/>
              </a:rPr>
              <a:t>빅데이터분석결과시각화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_</a:t>
            </a:r>
            <a:r>
              <a:rPr lang="ko-KR" altLang="en-US" sz="1100" dirty="0">
                <a:solidFill>
                  <a:srgbClr val="1F3864"/>
                </a:solidFill>
                <a:latin typeface="Consolas" pitchFamily="34" charset="0"/>
              </a:rPr>
              <a:t>이름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.pptx </a:t>
            </a:r>
            <a:r>
              <a:rPr lang="ko-KR" altLang="en-US" sz="1100" dirty="0">
                <a:solidFill>
                  <a:srgbClr val="1F3864"/>
                </a:solidFill>
                <a:latin typeface="Consolas" pitchFamily="34" charset="0"/>
              </a:rPr>
              <a:t>외 </a:t>
            </a:r>
            <a:r>
              <a:rPr lang="en-US" altLang="ko-KR" sz="1100" dirty="0" err="1">
                <a:solidFill>
                  <a:srgbClr val="1F3864"/>
                </a:solidFill>
                <a:latin typeface="Consolas" pitchFamily="34" charset="0"/>
              </a:rPr>
              <a:t>ipynb</a:t>
            </a:r>
            <a:r>
              <a:rPr lang="ko-KR" altLang="en-US" sz="1100" dirty="0">
                <a:solidFill>
                  <a:srgbClr val="1F3864"/>
                </a:solidFill>
                <a:latin typeface="Consolas" pitchFamily="34" charset="0"/>
              </a:rPr>
              <a:t>파일</a:t>
            </a:r>
          </a:p>
        </p:txBody>
      </p:sp>
      <p:sp>
        <p:nvSpPr>
          <p:cNvPr id="16" name="Text 14"/>
          <p:cNvSpPr/>
          <p:nvPr/>
        </p:nvSpPr>
        <p:spPr>
          <a:xfrm>
            <a:off x="594360" y="5733795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🔗 Repository  </a:t>
            </a:r>
            <a:r>
              <a:rPr lang="en-US" sz="1000" dirty="0">
                <a:solidFill>
                  <a:srgbClr val="2E75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https://github.com/seokssaem/bigdata-2026.git</a:t>
            </a:r>
            <a:endParaRPr lang="en-US" sz="1050" dirty="0"/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8BC81973-757D-485D-96FF-3696C0A0A77D}"/>
              </a:ext>
            </a:extLst>
          </p:cNvPr>
          <p:cNvGrpSpPr/>
          <p:nvPr/>
        </p:nvGrpSpPr>
        <p:grpSpPr>
          <a:xfrm>
            <a:off x="320040" y="502920"/>
            <a:ext cx="11564992" cy="2225950"/>
            <a:chOff x="320040" y="502920"/>
            <a:chExt cx="8503920" cy="1636776"/>
          </a:xfrm>
        </p:grpSpPr>
        <p:sp>
          <p:nvSpPr>
            <p:cNvPr id="23" name="Shape 0">
              <a:extLst>
                <a:ext uri="{FF2B5EF4-FFF2-40B4-BE49-F238E27FC236}">
                  <a16:creationId xmlns:a16="http://schemas.microsoft.com/office/drawing/2014/main" id="{E43AED38-6721-43F1-ADB5-9F80281533BE}"/>
                </a:ext>
              </a:extLst>
            </p:cNvPr>
            <p:cNvSpPr/>
            <p:nvPr/>
          </p:nvSpPr>
          <p:spPr>
            <a:xfrm>
              <a:off x="320040" y="502920"/>
              <a:ext cx="8391211" cy="1188720"/>
            </a:xfrm>
            <a:prstGeom prst="rect">
              <a:avLst/>
            </a:prstGeom>
            <a:solidFill>
              <a:srgbClr val="1B3060"/>
            </a:solidFill>
            <a:ln w="12700">
              <a:solidFill>
                <a:srgbClr val="1B3060"/>
              </a:solidFill>
              <a:prstDash val="solid"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24" name="Text 1">
              <a:extLst>
                <a:ext uri="{FF2B5EF4-FFF2-40B4-BE49-F238E27FC236}">
                  <a16:creationId xmlns:a16="http://schemas.microsoft.com/office/drawing/2014/main" id="{B38B700B-665B-4954-A350-4E77CC95815B}"/>
                </a:ext>
              </a:extLst>
            </p:cNvPr>
            <p:cNvSpPr/>
            <p:nvPr/>
          </p:nvSpPr>
          <p:spPr>
            <a:xfrm>
              <a:off x="411480" y="548640"/>
              <a:ext cx="8321040" cy="6583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3400" b="1" dirty="0" err="1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빅데이터</a:t>
              </a:r>
              <a:r>
                <a:rPr lang="en-US" sz="34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 </a:t>
              </a:r>
              <a:r>
                <a:rPr lang="ko-KR" altLang="en-US" sz="34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분석 결과 시각화</a:t>
              </a:r>
              <a:endParaRPr lang="en-US" sz="3400" dirty="0"/>
            </a:p>
          </p:txBody>
        </p:sp>
        <p:sp>
          <p:nvSpPr>
            <p:cNvPr id="25" name="Text 2">
              <a:extLst>
                <a:ext uri="{FF2B5EF4-FFF2-40B4-BE49-F238E27FC236}">
                  <a16:creationId xmlns:a16="http://schemas.microsoft.com/office/drawing/2014/main" id="{DF463385-4573-444B-A0C5-E828EF08007F}"/>
                </a:ext>
              </a:extLst>
            </p:cNvPr>
            <p:cNvSpPr/>
            <p:nvPr/>
          </p:nvSpPr>
          <p:spPr>
            <a:xfrm>
              <a:off x="411480" y="1097280"/>
              <a:ext cx="832104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kern="0" spc="300" dirty="0">
                  <a:solidFill>
                    <a:srgbClr val="CADCFC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평 가 작 업 지 시 서</a:t>
              </a:r>
              <a:endParaRPr lang="en-US" sz="1600" dirty="0"/>
            </a:p>
          </p:txBody>
        </p:sp>
        <p:sp>
          <p:nvSpPr>
            <p:cNvPr id="26" name="Text 3">
              <a:extLst>
                <a:ext uri="{FF2B5EF4-FFF2-40B4-BE49-F238E27FC236}">
                  <a16:creationId xmlns:a16="http://schemas.microsoft.com/office/drawing/2014/main" id="{D719A7B1-B47A-4564-BE8B-9B7839CC1A15}"/>
                </a:ext>
              </a:extLst>
            </p:cNvPr>
            <p:cNvSpPr/>
            <p:nvPr/>
          </p:nvSpPr>
          <p:spPr>
            <a:xfrm>
              <a:off x="320040" y="1847088"/>
              <a:ext cx="8503920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altLang="ko-KR" sz="1100" dirty="0"/>
                <a:t>2001010509_21v4</a:t>
              </a:r>
              <a:endParaRPr lang="en-US" sz="11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6F51313-E5C5-4BDC-98ED-7A65B82443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2364" y="2457314"/>
            <a:ext cx="5887272" cy="194337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34A06BC-C745-401B-B476-13765A0107F7}"/>
              </a:ext>
            </a:extLst>
          </p:cNvPr>
          <p:cNvSpPr txBox="1"/>
          <p:nvPr/>
        </p:nvSpPr>
        <p:spPr>
          <a:xfrm>
            <a:off x="830510" y="494950"/>
            <a:ext cx="65937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1) 2019 </a:t>
            </a:r>
            <a:r>
              <a:rPr lang="ko-KR" altLang="en-US" dirty="0"/>
              <a:t>지역별 미세먼지 세로 막대 그래프</a:t>
            </a:r>
          </a:p>
        </p:txBody>
      </p:sp>
    </p:spTree>
    <p:extLst>
      <p:ext uri="{BB962C8B-B14F-4D97-AF65-F5344CB8AC3E}">
        <p14:creationId xmlns:p14="http://schemas.microsoft.com/office/powerpoint/2010/main" val="42886957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C96D800B-5D83-4052-B640-C29CD77DE5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6653" y="2047682"/>
            <a:ext cx="5858693" cy="276263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C9843D8-467E-4AF5-9DF9-16534298BE83}"/>
              </a:ext>
            </a:extLst>
          </p:cNvPr>
          <p:cNvSpPr txBox="1"/>
          <p:nvPr/>
        </p:nvSpPr>
        <p:spPr>
          <a:xfrm>
            <a:off x="830510" y="494950"/>
            <a:ext cx="65937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2) </a:t>
            </a:r>
            <a:r>
              <a:rPr lang="ko-KR" altLang="en-US" dirty="0"/>
              <a:t>허리둘레</a:t>
            </a:r>
            <a:r>
              <a:rPr lang="en-US" altLang="ko-KR" dirty="0"/>
              <a:t>.</a:t>
            </a:r>
            <a:r>
              <a:rPr lang="ko-KR" altLang="en-US" dirty="0"/>
              <a:t>몸무게 </a:t>
            </a:r>
            <a:r>
              <a:rPr lang="ko-KR" altLang="en-US" dirty="0" err="1"/>
              <a:t>산점도</a:t>
            </a:r>
            <a:r>
              <a:rPr lang="ko-KR" altLang="en-US" dirty="0"/>
              <a:t> 그래프</a:t>
            </a:r>
          </a:p>
        </p:txBody>
      </p:sp>
    </p:spTree>
    <p:extLst>
      <p:ext uri="{BB962C8B-B14F-4D97-AF65-F5344CB8AC3E}">
        <p14:creationId xmlns:p14="http://schemas.microsoft.com/office/powerpoint/2010/main" val="23919778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20B2981-02AF-4FEC-B58B-D9C27DA39D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4285" y="2171524"/>
            <a:ext cx="5763429" cy="251495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A8FABED-8F65-45A1-B8C8-790A758BB476}"/>
              </a:ext>
            </a:extLst>
          </p:cNvPr>
          <p:cNvSpPr txBox="1"/>
          <p:nvPr/>
        </p:nvSpPr>
        <p:spPr>
          <a:xfrm>
            <a:off x="830510" y="494950"/>
            <a:ext cx="65937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3) </a:t>
            </a:r>
            <a:r>
              <a:rPr lang="ko-KR" altLang="en-US" dirty="0"/>
              <a:t>성별 음주</a:t>
            </a:r>
            <a:r>
              <a:rPr lang="en-US" altLang="ko-KR" dirty="0"/>
              <a:t>.</a:t>
            </a:r>
            <a:r>
              <a:rPr lang="ko-KR" altLang="en-US" dirty="0"/>
              <a:t>흡연 상태 시본 막대 그래프 </a:t>
            </a:r>
            <a:r>
              <a:rPr lang="en-US" altLang="ko-KR" dirty="0"/>
              <a:t>- </a:t>
            </a:r>
            <a:r>
              <a:rPr lang="ko-KR" altLang="en-US" dirty="0" err="1"/>
              <a:t>서브플롯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345614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CFFEBDF-054B-48B5-9C21-03E1A12232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0943" y="1780945"/>
            <a:ext cx="5830114" cy="329611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A278654-93B2-4AC3-9DAC-351363EC945D}"/>
              </a:ext>
            </a:extLst>
          </p:cNvPr>
          <p:cNvSpPr txBox="1"/>
          <p:nvPr/>
        </p:nvSpPr>
        <p:spPr>
          <a:xfrm>
            <a:off x="830510" y="494950"/>
            <a:ext cx="65937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4) </a:t>
            </a:r>
            <a:r>
              <a:rPr lang="ko-KR" altLang="en-US" dirty="0"/>
              <a:t>남녀 몸무게</a:t>
            </a:r>
            <a:r>
              <a:rPr lang="en-US" altLang="ko-KR" dirty="0"/>
              <a:t>.</a:t>
            </a:r>
            <a:r>
              <a:rPr lang="ko-KR" altLang="en-US" dirty="0"/>
              <a:t>허리둘레 스트립 플롯 그래프</a:t>
            </a:r>
          </a:p>
        </p:txBody>
      </p:sp>
    </p:spTree>
    <p:extLst>
      <p:ext uri="{BB962C8B-B14F-4D97-AF65-F5344CB8AC3E}">
        <p14:creationId xmlns:p14="http://schemas.microsoft.com/office/powerpoint/2010/main" val="42134976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2C1393C-3015-4E23-BA50-D2001967A8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1890" y="2219156"/>
            <a:ext cx="5868219" cy="241968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7028A94-0B98-4FB5-ACEF-25A983C81FCE}"/>
              </a:ext>
            </a:extLst>
          </p:cNvPr>
          <p:cNvSpPr txBox="1"/>
          <p:nvPr/>
        </p:nvSpPr>
        <p:spPr>
          <a:xfrm>
            <a:off x="830510" y="494950"/>
            <a:ext cx="65937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5) </a:t>
            </a:r>
            <a:r>
              <a:rPr lang="ko-KR" altLang="en-US" dirty="0"/>
              <a:t>흡연 </a:t>
            </a:r>
            <a:r>
              <a:rPr lang="ko-KR" altLang="en-US" dirty="0" err="1"/>
              <a:t>여부별</a:t>
            </a:r>
            <a:r>
              <a:rPr lang="ko-KR" altLang="en-US" dirty="0"/>
              <a:t> 몸무게 분포 </a:t>
            </a:r>
            <a:r>
              <a:rPr lang="en-US" altLang="ko-KR" dirty="0"/>
              <a:t>– </a:t>
            </a:r>
            <a:r>
              <a:rPr lang="ko-KR" altLang="en-US" dirty="0" err="1"/>
              <a:t>패싯</a:t>
            </a:r>
            <a:r>
              <a:rPr lang="ko-KR" altLang="en-US" dirty="0"/>
              <a:t> 그리드 그래프</a:t>
            </a:r>
          </a:p>
        </p:txBody>
      </p:sp>
    </p:spTree>
    <p:extLst>
      <p:ext uri="{BB962C8B-B14F-4D97-AF65-F5344CB8AC3E}">
        <p14:creationId xmlns:p14="http://schemas.microsoft.com/office/powerpoint/2010/main" val="9811053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CD306830-8570-459B-945F-9053E85EBE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5206" y="1490392"/>
            <a:ext cx="6001588" cy="387721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339CE25-8404-4FC6-996E-63FA4BB0EE34}"/>
              </a:ext>
            </a:extLst>
          </p:cNvPr>
          <p:cNvSpPr txBox="1"/>
          <p:nvPr/>
        </p:nvSpPr>
        <p:spPr>
          <a:xfrm>
            <a:off x="830510" y="494950"/>
            <a:ext cx="65937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6) </a:t>
            </a:r>
            <a:r>
              <a:rPr lang="ko-KR" altLang="en-US" dirty="0"/>
              <a:t>남녀 몸무게 히스토그램 그래프</a:t>
            </a:r>
          </a:p>
        </p:txBody>
      </p:sp>
    </p:spTree>
    <p:extLst>
      <p:ext uri="{BB962C8B-B14F-4D97-AF65-F5344CB8AC3E}">
        <p14:creationId xmlns:p14="http://schemas.microsoft.com/office/powerpoint/2010/main" val="21924214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0DAFA76-E337-4C46-A044-52ECFAD72C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6180" y="1518971"/>
            <a:ext cx="5839640" cy="382005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0337F1E-B120-42CA-9DBE-6755470F7D65}"/>
              </a:ext>
            </a:extLst>
          </p:cNvPr>
          <p:cNvSpPr txBox="1"/>
          <p:nvPr/>
        </p:nvSpPr>
        <p:spPr>
          <a:xfrm>
            <a:off x="830510" y="494950"/>
            <a:ext cx="65937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7) </a:t>
            </a:r>
            <a:r>
              <a:rPr lang="ko-KR" altLang="en-US" dirty="0"/>
              <a:t>흡연 여부</a:t>
            </a:r>
            <a:r>
              <a:rPr lang="en-US" altLang="ko-KR" dirty="0"/>
              <a:t>.</a:t>
            </a:r>
            <a:r>
              <a:rPr lang="ko-KR" altLang="en-US" dirty="0"/>
              <a:t>몸무게 상자수염 그래프</a:t>
            </a:r>
          </a:p>
        </p:txBody>
      </p:sp>
    </p:spTree>
    <p:extLst>
      <p:ext uri="{BB962C8B-B14F-4D97-AF65-F5344CB8AC3E}">
        <p14:creationId xmlns:p14="http://schemas.microsoft.com/office/powerpoint/2010/main" val="30323982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EDE04DE-B556-4E66-8A50-02AA88E422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8548" y="1504681"/>
            <a:ext cx="5934903" cy="384863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331BB4A-0C56-431D-8D30-D0A282149995}"/>
              </a:ext>
            </a:extLst>
          </p:cNvPr>
          <p:cNvSpPr txBox="1"/>
          <p:nvPr/>
        </p:nvSpPr>
        <p:spPr>
          <a:xfrm>
            <a:off x="830510" y="494950"/>
            <a:ext cx="65937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8) </a:t>
            </a:r>
            <a:r>
              <a:rPr lang="ko-KR" altLang="en-US" dirty="0"/>
              <a:t>성별 흡연 여부 카운트 플롯 그래프</a:t>
            </a:r>
          </a:p>
        </p:txBody>
      </p:sp>
    </p:spTree>
    <p:extLst>
      <p:ext uri="{BB962C8B-B14F-4D97-AF65-F5344CB8AC3E}">
        <p14:creationId xmlns:p14="http://schemas.microsoft.com/office/powerpoint/2010/main" val="37293353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C4B70337-0E32-40CD-BBDC-7D06363E86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6653" y="1504681"/>
            <a:ext cx="5858693" cy="384863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77312EE-922A-48E0-B04A-2424B8719AC5}"/>
              </a:ext>
            </a:extLst>
          </p:cNvPr>
          <p:cNvSpPr txBox="1"/>
          <p:nvPr/>
        </p:nvSpPr>
        <p:spPr>
          <a:xfrm>
            <a:off x="830510" y="494950"/>
            <a:ext cx="65937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9) </a:t>
            </a:r>
            <a:r>
              <a:rPr lang="ko-KR" altLang="en-US" dirty="0"/>
              <a:t>성별</a:t>
            </a:r>
            <a:r>
              <a:rPr lang="en-US" altLang="ko-KR" dirty="0"/>
              <a:t>.</a:t>
            </a:r>
            <a:r>
              <a:rPr lang="ko-KR" altLang="en-US" dirty="0"/>
              <a:t>흡연 </a:t>
            </a:r>
            <a:r>
              <a:rPr lang="ko-KR" altLang="en-US" dirty="0" err="1"/>
              <a:t>여부별</a:t>
            </a:r>
            <a:r>
              <a:rPr lang="ko-KR" altLang="en-US" dirty="0"/>
              <a:t> 몸무게 바이올린 플롯 그래프</a:t>
            </a:r>
          </a:p>
        </p:txBody>
      </p:sp>
    </p:spTree>
    <p:extLst>
      <p:ext uri="{BB962C8B-B14F-4D97-AF65-F5344CB8AC3E}">
        <p14:creationId xmlns:p14="http://schemas.microsoft.com/office/powerpoint/2010/main" val="16874813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32B2617-6C5B-47ED-A16C-67BF796A28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1890" y="1318918"/>
            <a:ext cx="5868219" cy="422016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408F3F8-30D4-4668-BBDF-795F1E279F36}"/>
              </a:ext>
            </a:extLst>
          </p:cNvPr>
          <p:cNvSpPr txBox="1"/>
          <p:nvPr/>
        </p:nvSpPr>
        <p:spPr>
          <a:xfrm>
            <a:off x="830510" y="494950"/>
            <a:ext cx="65937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10) </a:t>
            </a:r>
            <a:r>
              <a:rPr lang="ko-KR" altLang="en-US" dirty="0"/>
              <a:t>키</a:t>
            </a:r>
            <a:r>
              <a:rPr lang="en-US" altLang="ko-KR" dirty="0"/>
              <a:t>.</a:t>
            </a:r>
            <a:r>
              <a:rPr lang="ko-KR" altLang="en-US" dirty="0"/>
              <a:t>몸무게</a:t>
            </a:r>
            <a:r>
              <a:rPr lang="en-US" altLang="ko-KR" dirty="0"/>
              <a:t>.</a:t>
            </a:r>
            <a:r>
              <a:rPr lang="ko-KR" altLang="en-US" dirty="0"/>
              <a:t>허리둘레 상관관계 </a:t>
            </a:r>
            <a:r>
              <a:rPr lang="ko-KR" altLang="en-US" dirty="0" err="1"/>
              <a:t>히트맵</a:t>
            </a:r>
            <a:r>
              <a:rPr lang="ko-KR" altLang="en-US" dirty="0"/>
              <a:t> 그래프</a:t>
            </a:r>
          </a:p>
        </p:txBody>
      </p:sp>
    </p:spTree>
    <p:extLst>
      <p:ext uri="{BB962C8B-B14F-4D97-AF65-F5344CB8AC3E}">
        <p14:creationId xmlns:p14="http://schemas.microsoft.com/office/powerpoint/2010/main" val="4900323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414</TotalTime>
  <Words>155</Words>
  <Application>Microsoft Office PowerPoint</Application>
  <PresentationFormat>와이드스크린</PresentationFormat>
  <Paragraphs>20</Paragraphs>
  <Slides>11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6" baseType="lpstr">
      <vt:lpstr>맑은 고딕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03_프로그래밍언어응용</dc:title>
  <dc:subject>PptxGenJS Presentation</dc:subject>
  <dc:creator>PptxGenJS</dc:creator>
  <cp:lastModifiedBy>FullName</cp:lastModifiedBy>
  <cp:revision>25</cp:revision>
  <dcterms:created xsi:type="dcterms:W3CDTF">2026-03-10T17:23:29Z</dcterms:created>
  <dcterms:modified xsi:type="dcterms:W3CDTF">2026-08-24T02:22:49Z</dcterms:modified>
</cp:coreProperties>
</file>