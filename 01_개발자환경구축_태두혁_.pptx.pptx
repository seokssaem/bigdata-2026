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      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2026—05-14</a:t>
            </a:r>
            <a:endParaRPr lang="ko-KR" altLang="en-US" dirty="0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                                      Tae </a:t>
            </a:r>
            <a:r>
              <a:rPr lang="en-US" altLang="ko-KR" dirty="0" err="1"/>
              <a:t>Doohyeok</a:t>
            </a:r>
            <a:endParaRPr lang="ko-KR" altLang="en-US" dirty="0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5004" y="23987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44F2300-B624-477F-B1CE-5EBD8FAF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37238"/>
            <a:ext cx="3858768" cy="87078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19AF135-AA46-467B-805E-337652D41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1076490"/>
            <a:ext cx="3822192" cy="47456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939E6CA-B87A-425C-A3EF-B6B19EEC49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925" y="1021148"/>
            <a:ext cx="3832435" cy="88218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0CA8482A-191F-4698-9F3A-4068B4802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135" y="2875393"/>
            <a:ext cx="3858768" cy="1277984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75B95AD4-F1FE-49AA-9074-6ACAB5AE2A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057" y="2877065"/>
            <a:ext cx="3840480" cy="2506010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EB144C1-DF71-4DB9-9956-CAE7F7A872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66" y="2834640"/>
            <a:ext cx="3787790" cy="14285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FA1DBBA-9476-4C53-AC37-62F31FEFB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2834640"/>
            <a:ext cx="3050406" cy="169112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994238D-3390-42B1-B18E-6F86A6875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5185" y="1078266"/>
            <a:ext cx="3822190" cy="1007292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F307568-9DF6-4899-923C-A71E78A51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011" y="1005840"/>
            <a:ext cx="3819014" cy="88973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A19CAE4-BBDF-447A-A683-9D4C0E3B21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0012" y="2880360"/>
            <a:ext cx="3819014" cy="16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505DB6C-1F18-42CA-9183-D1230D739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59" y="1014299"/>
            <a:ext cx="3896625" cy="64008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6F71A47-D25E-4704-BE8F-D11C4A1A8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944" y="1020561"/>
            <a:ext cx="3848344" cy="52886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FBAF75D-24E2-4B7D-B1DC-4412BDF48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7652" y="1029421"/>
            <a:ext cx="3806708" cy="81990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4373E58-E713-4579-94CE-239E97FE1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58" y="2857451"/>
            <a:ext cx="3840481" cy="355417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681CEF33-7B78-4EB5-8843-0187D29254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18" y="2885525"/>
            <a:ext cx="3840479" cy="4179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60C5D79-B38B-43D6-9A91-E0BD9D284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533" y="1375664"/>
            <a:ext cx="2267712" cy="68617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A3C81F3A-35D4-4870-9DF9-8FEDE7B88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362122"/>
            <a:ext cx="2248214" cy="476316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B84F33D-968A-4576-A6C2-EB757EF8F4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" y="1364685"/>
            <a:ext cx="2267712" cy="48843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A7744780-54A8-4A97-8B19-4D6CA1E170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4216" y="1375664"/>
            <a:ext cx="2428704" cy="357304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6AA62777-1591-4FED-A5A5-8C40C1989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1353313"/>
            <a:ext cx="1163703" cy="1829126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6654A920-D6AD-4E41-804E-7901906DD0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1743" y="1358672"/>
            <a:ext cx="1085721" cy="1119351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460C5B5B-ED98-4BDF-B4C0-E082E3BE77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" y="3319272"/>
            <a:ext cx="6211019" cy="33643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581</Words>
  <Application>Microsoft Office PowerPoint</Application>
  <PresentationFormat>사용자 지정</PresentationFormat>
  <Paragraphs>90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15</cp:revision>
  <dcterms:created xsi:type="dcterms:W3CDTF">2026-03-03T01:32:21Z</dcterms:created>
  <dcterms:modified xsi:type="dcterms:W3CDTF">2026-05-14T01:08:26Z</dcterms:modified>
</cp:coreProperties>
</file>