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데이터 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김수완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2026-07-28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KimSuWan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분석데이터전처리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README.md,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, prj_data_cleaned.csv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데이터 </a:t>
              </a:r>
              <a:r>
                <a:rPr lang="ko-KR" alt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전처리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[2001010510_21v4]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FB7AAF9-37AF-4E1D-9BB1-CD2C963A9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14" y="1273707"/>
            <a:ext cx="6373114" cy="46964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D8C388-FFD8-4438-A2FA-D80BB8EB9D76}"/>
              </a:ext>
            </a:extLst>
          </p:cNvPr>
          <p:cNvSpPr txBox="1"/>
          <p:nvPr/>
        </p:nvSpPr>
        <p:spPr>
          <a:xfrm>
            <a:off x="486561" y="285226"/>
            <a:ext cx="4832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이상치 탐지 및 처리</a:t>
            </a: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B8C0959-C925-4658-A468-769B8003A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91" y="1292477"/>
            <a:ext cx="4858428" cy="49441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97F2A5-933E-43F2-86A8-1166A0B91EDE}"/>
              </a:ext>
            </a:extLst>
          </p:cNvPr>
          <p:cNvSpPr txBox="1"/>
          <p:nvPr/>
        </p:nvSpPr>
        <p:spPr>
          <a:xfrm>
            <a:off x="528506" y="260059"/>
            <a:ext cx="497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범주형 변수 인코딩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383A8B-308C-462E-A226-0A2C60FAC047}"/>
              </a:ext>
            </a:extLst>
          </p:cNvPr>
          <p:cNvSpPr txBox="1"/>
          <p:nvPr/>
        </p:nvSpPr>
        <p:spPr>
          <a:xfrm>
            <a:off x="813732" y="897622"/>
            <a:ext cx="245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인코딩 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CC232-FB14-4EB0-B42A-D6741BA0B6FA}"/>
              </a:ext>
            </a:extLst>
          </p:cNvPr>
          <p:cNvSpPr txBox="1"/>
          <p:nvPr/>
        </p:nvSpPr>
        <p:spPr>
          <a:xfrm>
            <a:off x="7090095" y="865356"/>
            <a:ext cx="245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인코딩 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9FCE849-1B9D-4894-9959-D240EB3C8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087" y="1266954"/>
            <a:ext cx="4228579" cy="506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97F2A5-933E-43F2-86A8-1166A0B91EDE}"/>
              </a:ext>
            </a:extLst>
          </p:cNvPr>
          <p:cNvSpPr txBox="1"/>
          <p:nvPr/>
        </p:nvSpPr>
        <p:spPr>
          <a:xfrm>
            <a:off x="528506" y="260059"/>
            <a:ext cx="497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README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D1958C-669F-429F-B7CE-A2D83563E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06" y="939566"/>
            <a:ext cx="11076916" cy="433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064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97F2A5-933E-43F2-86A8-1166A0B91EDE}"/>
              </a:ext>
            </a:extLst>
          </p:cNvPr>
          <p:cNvSpPr txBox="1"/>
          <p:nvPr/>
        </p:nvSpPr>
        <p:spPr>
          <a:xfrm>
            <a:off x="528506" y="260059"/>
            <a:ext cx="497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README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2C7D946-8C80-4EFA-8D99-C66D3DC27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98" y="1406313"/>
            <a:ext cx="10333589" cy="404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19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101</Words>
  <Application>Microsoft Office PowerPoint</Application>
  <PresentationFormat>와이드스크린</PresentationFormat>
  <Paragraphs>17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23</cp:revision>
  <dcterms:created xsi:type="dcterms:W3CDTF">2026-03-10T17:23:29Z</dcterms:created>
  <dcterms:modified xsi:type="dcterms:W3CDTF">2026-07-28T02:35:12Z</dcterms:modified>
</cp:coreProperties>
</file>