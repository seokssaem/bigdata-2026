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38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BFFBE-257F-EFA6-C3C0-D593F6E04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91E67-2AB1-69E1-BC41-5F6195A0B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385B2-5882-F2C6-CEA6-455977062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228DC-F478-F05B-B67B-01FE323AA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3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응용SW 기초 기술 활용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응용SW 기초 기술 활용  (2001020233_23v5)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방법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학사게시판에 첨부파일로 올리고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시험종료버튼 누르기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                          </a:t>
            </a:r>
            <a:r>
              <a:rPr lang="ko-KR" altLang="en-US" dirty="0" err="1"/>
              <a:t>태두혁</a:t>
            </a:r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                            2026-05-21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                                            </a:t>
            </a:r>
            <a:r>
              <a:rPr lang="en-US" altLang="ko-KR" dirty="0" err="1"/>
              <a:t>TaeDoohyeok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02_응용SW기초기술활용_이름.pptx   |   02_test_이름.py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미들웨어(Middleware) 개념 서술  (1)  — 배점 10점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미들웨어(Middleware)의 개념을 자신의 말로 설명하시오.  |  이론 지식 확인 서술형 문항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" y="1097279"/>
            <a:ext cx="5806440" cy="5298077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/>
              <a:t>미드웨어란 서로 다른 소프트웨어나 시스템들의 원활한 통신을 위해 필요한 중간다리 역할을 해주는 소프트웨어이다</a:t>
            </a:r>
            <a:endParaRPr lang="ko-KR" altLang="en-US" dirty="0"/>
          </a:p>
        </p:txBody>
      </p:sp>
      <p:sp>
        <p:nvSpPr>
          <p:cNvPr id="11" name="Shape 9"/>
          <p:cNvSpPr/>
          <p:nvPr/>
        </p:nvSpPr>
        <p:spPr>
          <a:xfrm>
            <a:off x="6153912" y="1097280"/>
            <a:ext cx="5806440" cy="5298076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45352" y="356616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작성한 답안의 캡처 화면 또는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추가 설명 이미지를 첨부하시오.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미들웨어(Middleware) 개념 서술  (2)  — 배점 10점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미들웨어가 필요한 이유를 두 가지 작성하시오.  (각 5점 × 2)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" y="1067316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1067316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이유 1  (5점)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53912" y="1067316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45352" y="1067316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이유 2  (5점)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1414788"/>
            <a:ext cx="5806440" cy="441908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dirty="0"/>
              <a:t>반복적인 작업을 미들웨어에게 맡김으로써 </a:t>
            </a:r>
            <a:r>
              <a:rPr lang="en-US" altLang="ko-KR" dirty="0"/>
              <a:t>API </a:t>
            </a:r>
            <a:r>
              <a:rPr lang="ko-KR" altLang="en-US" dirty="0"/>
              <a:t>함수 안에 순수한 비즈니스 로직만 남길 수 있다</a:t>
            </a:r>
          </a:p>
        </p:txBody>
      </p:sp>
      <p:sp>
        <p:nvSpPr>
          <p:cNvPr id="15" name="Shape 13"/>
          <p:cNvSpPr/>
          <p:nvPr/>
        </p:nvSpPr>
        <p:spPr>
          <a:xfrm>
            <a:off x="6153912" y="1414788"/>
            <a:ext cx="5806440" cy="441908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dirty="0"/>
              <a:t>수정이 필요할 때 각 </a:t>
            </a:r>
            <a:r>
              <a:rPr lang="en-US" altLang="ko-KR" dirty="0"/>
              <a:t>API</a:t>
            </a:r>
            <a:r>
              <a:rPr lang="ko-KR" altLang="en-US" dirty="0"/>
              <a:t>를 수정할 필요 없이 미들웨어 코드 </a:t>
            </a:r>
            <a:r>
              <a:rPr lang="en-US" altLang="ko-KR" dirty="0"/>
              <a:t>1</a:t>
            </a:r>
            <a:r>
              <a:rPr lang="ko-KR" altLang="en-US" dirty="0"/>
              <a:t>개만 수정하면 서버 전체에 바로 적용이 되어 유지보수의 효율이 극대화된다</a:t>
            </a:r>
          </a:p>
        </p:txBody>
      </p:sp>
      <p:sp>
        <p:nvSpPr>
          <p:cNvPr id="17" name="Shape 15"/>
          <p:cNvSpPr/>
          <p:nvPr/>
        </p:nvSpPr>
        <p:spPr>
          <a:xfrm>
            <a:off x="182880" y="5980176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20040" y="5980176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각 이유는 한 문장 이상으로 구체적으로 서술해야 합니다.  단순히 "편리하다" 수준의 답변은 인정되지 않습니다.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코드 작성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코드 구현 과정을 완성하고, 각 단계 결과를 캡처하여 순서대로 붙여넣으시오.  |  배점 80점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44318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544318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617470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617470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37510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check_safety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정의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17470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708910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51476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951476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024628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4628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44668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비교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(if 문 작성)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4628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116068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58634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358634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431786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431786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51826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반환값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31786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523226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22726" y="3570732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522726" y="3570732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595878" y="3607308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595878" y="36073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915918" y="35707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 코드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미들웨어 호출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95878" y="3982212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687318" y="452628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29884" y="3570732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929884" y="3570732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6003036" y="3607308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003036" y="36073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23076" y="35707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확인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03036" y="3982212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094476" y="452628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82880" y="6035224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6035224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각 단계별 결과를 캡처하여 순서에 맞게 붙여넣으시오.  </a:t>
            </a:r>
            <a:r>
              <a:rPr lang="ko-KR" alt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캡쳐이미지는</a:t>
            </a:r>
            <a:r>
              <a:rPr lang="ko-KR" alt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네모 상자에 튀어나와도 됩니다</a:t>
            </a:r>
            <a:r>
              <a:rPr lang="en-US" altLang="ko-KR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ko-KR" alt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네모 상자 크기를 조절해도 됩니다</a:t>
            </a:r>
            <a:r>
              <a:rPr lang="en-US" altLang="ko-KR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E471F5FB-0E6C-4CFF-BB35-50BDF8C67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162" y="1436873"/>
            <a:ext cx="2778491" cy="286771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20713918-9002-4543-82AE-FFC6C516D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1476" y="1445676"/>
            <a:ext cx="4693158" cy="1325127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5986C2C8-1D54-4F19-8F0A-9D8108742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5176" y="3939151"/>
            <a:ext cx="2270976" cy="5826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D7DC4-74AA-514A-14DD-82F962916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C4F579-0BE5-1685-1F87-51B8AD9D25D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C71AAC-4657-E0E0-A9B0-0BB5565B38B4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66C24AA-350D-4ACF-443C-95E9F82BA1AF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568DBF-A0E1-28D8-4ACD-A74FC01E4495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코드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A734388-892D-FB3D-EA80-D247B5D93928}"/>
              </a:ext>
            </a:extLst>
          </p:cNvPr>
          <p:cNvSpPr/>
          <p:nvPr/>
        </p:nvSpPr>
        <p:spPr>
          <a:xfrm>
            <a:off x="137159" y="680357"/>
            <a:ext cx="11886111" cy="5217707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32F0BE5C-225C-0784-5028-797F07053AFF}"/>
              </a:ext>
            </a:extLst>
          </p:cNvPr>
          <p:cNvSpPr/>
          <p:nvPr/>
        </p:nvSpPr>
        <p:spPr>
          <a:xfrm>
            <a:off x="274320" y="3337560"/>
            <a:ext cx="11521440" cy="2560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</a:t>
            </a:r>
            <a:r>
              <a:rPr lang="en-US" sz="12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작성 화면 캡처</a:t>
            </a:r>
            <a:r>
              <a:rPr lang="en-US" sz="10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(VS Code 또는 IDE에서 작성한 전체 코드를 여기에 붙여넣으시오)</a:t>
            </a:r>
            <a:endParaRPr lang="en-US" sz="14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34EFD3BF-EDE7-76E9-76A8-EB439E9FD565}"/>
              </a:ext>
            </a:extLst>
          </p:cNvPr>
          <p:cNvSpPr/>
          <p:nvPr/>
        </p:nvSpPr>
        <p:spPr>
          <a:xfrm>
            <a:off x="182880" y="6035224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319ADAC7-0584-DA6A-A2AB-91093A9A6D80}"/>
              </a:ext>
            </a:extLst>
          </p:cNvPr>
          <p:cNvSpPr/>
          <p:nvPr/>
        </p:nvSpPr>
        <p:spPr>
          <a:xfrm>
            <a:off x="320040" y="6035224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코드는 구문 오류(Syntax Error) 없이 실행되어야 합니다.</a:t>
            </a:r>
            <a:endParaRPr lang="en-US" sz="10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EE8428C5-73C4-A37A-319D-37D99A3A772F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C1A1688-DFE3-31BD-ADE8-D57BFEF5F1D2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590334E9-3BBC-9557-A47D-E8B9656DA77E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C759ADB-FEB1-4520-8597-167AB232F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" y="514000"/>
            <a:ext cx="10258617" cy="555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14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(3)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1] 키 = 140  →  안전 확인 + 롤러코스터 출발  |  [실행예시 2] 키 = 130  →  탑승 불가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1]  키 = 140  →  탑승 가능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353312"/>
            <a:ext cx="58064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키를 입력하세요: 140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[미들웨어] 안전 확인 완료: 키가 140cm 이상입니다.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🎢 롤러코스터가 출발합니다! 즐거운 시간 되세요.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" y="2029968"/>
            <a:ext cx="5806440" cy="43327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410130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실행예시 1 캡처 이미지를 붙여넣으시오.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(키 입력 → 안전 확인 완료 → 롤러코스터 출발)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2]  키 = 130  →  탑승 불가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53912" y="1353312"/>
            <a:ext cx="5806440" cy="621792"/>
          </a:xfrm>
          <a:prstGeom prst="rect">
            <a:avLst/>
          </a:prstGeom>
          <a:solidFill>
            <a:srgbClr val="FFF0F0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45352" y="1353312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키를 입력하세요: 130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[미들웨어] 탑승 불가: 키가 너무 작습니다.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53912" y="2029968"/>
            <a:ext cx="5806440" cy="43327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410130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실행예시 2 캡처 이미지를 붙여넣으시오.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(키 입력 → 탑승 불가 출력)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85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B4B4968-57CE-4CE2-BE3B-35E67F9B5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029967"/>
            <a:ext cx="5806440" cy="1188937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306C6BC-05F3-44FD-B514-D14C77B70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036631"/>
            <a:ext cx="5733288" cy="9486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620</Words>
  <Application>Microsoft Office PowerPoint</Application>
  <PresentationFormat>와이드스크린</PresentationFormat>
  <Paragraphs>81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02_응용SW기초기술활용</dc:title>
  <dc:subject>PptxGenJS Presentation</dc:subject>
  <dc:creator>PptxGenJS</dc:creator>
  <cp:lastModifiedBy>FullName</cp:lastModifiedBy>
  <cp:revision>18</cp:revision>
  <dcterms:created xsi:type="dcterms:W3CDTF">2026-03-10T16:20:31Z</dcterms:created>
  <dcterms:modified xsi:type="dcterms:W3CDTF">2026-05-21T00:59:26Z</dcterms:modified>
</cp:coreProperties>
</file>