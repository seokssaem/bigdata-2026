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58" r:id="rId5"/>
    <p:sldId id="259" r:id="rId6"/>
    <p:sldId id="264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55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200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66CD1-BD61-514B-617E-459C183CD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66C46-28DE-8E88-B951-5AA111D0F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2B25C-2AC8-8F1B-4B36-9BE036C88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CE69D-AB8A-DBE8-831F-5DB5B15C36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34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E3806-ABBD-E3F3-0D55-A3688900B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060CF0-7FF1-07BD-2A10-E69164895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7F2B5-AE30-F26D-11DE-1EB0D6F33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9797C-5682-5396-810B-2300EEF30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67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 언어 응용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 언어 응용  (2001020233_23v5)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학사게시판에 첨부파일로 올리고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시험종료버튼 누르기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GitHub Repository  → 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Branch Push</a:t>
            </a:r>
            <a:endParaRPr lang="en-US" alt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</a:t>
            </a:r>
            <a:r>
              <a:rPr lang="ko-KR" altLang="en-US" dirty="0" err="1"/>
              <a:t>태두혁</a:t>
            </a:r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2026-06-01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	Tae</a:t>
            </a:r>
            <a:r>
              <a:rPr lang="ko-KR" altLang="en-US" dirty="0"/>
              <a:t> </a:t>
            </a:r>
            <a:r>
              <a:rPr lang="en-US" altLang="ko-KR" dirty="0" err="1"/>
              <a:t>Doohyeok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03_프로그래밍언어응용_이름.pptx,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03_프로그래밍언어응용_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03_프로그래밍언어응용_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프로그래밍 언어 응용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코드 빈칸 채우기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①~④를 완성하고, 각 단계별 실행 결과를 캡처하여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붙여넣으시오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15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E77B611-6CA0-8EF0-4D6A-0681E3A245D9}"/>
              </a:ext>
            </a:extLst>
          </p:cNvPr>
          <p:cNvGrpSpPr/>
          <p:nvPr/>
        </p:nvGrpSpPr>
        <p:grpSpPr>
          <a:xfrm>
            <a:off x="113956" y="950976"/>
            <a:ext cx="3066241" cy="2943591"/>
            <a:chOff x="137160" y="1005840"/>
            <a:chExt cx="2286000" cy="2194560"/>
          </a:xfrm>
        </p:grpSpPr>
        <p:sp>
          <p:nvSpPr>
            <p:cNvPr id="7" name="Shape 5"/>
            <p:cNvSpPr/>
            <p:nvPr/>
          </p:nvSpPr>
          <p:spPr>
            <a:xfrm>
              <a:off x="137160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137160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210312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210312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①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30352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빈 리스트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초기화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10312" y="1417319"/>
              <a:ext cx="2139696" cy="1690057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301752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07B2C12-5CE7-E8C1-4E58-AA2CEFFC6C3C}"/>
              </a:ext>
            </a:extLst>
          </p:cNvPr>
          <p:cNvGrpSpPr/>
          <p:nvPr/>
        </p:nvGrpSpPr>
        <p:grpSpPr>
          <a:xfrm>
            <a:off x="3040139" y="2952605"/>
            <a:ext cx="3066241" cy="2943591"/>
            <a:chOff x="2544318" y="1005840"/>
            <a:chExt cx="2286000" cy="2194560"/>
          </a:xfrm>
        </p:grpSpPr>
        <p:sp>
          <p:nvSpPr>
            <p:cNvPr id="16" name="Shape 14"/>
            <p:cNvSpPr/>
            <p:nvPr/>
          </p:nvSpPr>
          <p:spPr>
            <a:xfrm>
              <a:off x="2544318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2544318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2617470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2617470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②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937510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단어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추가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617470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2708910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AEAF650-8009-AB00-9837-321490CB12B3}"/>
              </a:ext>
            </a:extLst>
          </p:cNvPr>
          <p:cNvGrpSpPr/>
          <p:nvPr/>
        </p:nvGrpSpPr>
        <p:grpSpPr>
          <a:xfrm>
            <a:off x="5966322" y="969264"/>
            <a:ext cx="3142154" cy="3016467"/>
            <a:chOff x="4951476" y="1005840"/>
            <a:chExt cx="2286000" cy="2194560"/>
          </a:xfrm>
        </p:grpSpPr>
        <p:sp>
          <p:nvSpPr>
            <p:cNvPr id="25" name="Shape 23"/>
            <p:cNvSpPr/>
            <p:nvPr/>
          </p:nvSpPr>
          <p:spPr>
            <a:xfrm>
              <a:off x="4951476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4951476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5024628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024628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③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344668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인덱스+값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순회</a:t>
              </a:r>
              <a:endParaRPr lang="en-US" sz="9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024628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5116068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46FEA11-F7A3-D762-D943-76E704D219F9}"/>
              </a:ext>
            </a:extLst>
          </p:cNvPr>
          <p:cNvGrpSpPr/>
          <p:nvPr/>
        </p:nvGrpSpPr>
        <p:grpSpPr>
          <a:xfrm>
            <a:off x="8968417" y="2689164"/>
            <a:ext cx="3156966" cy="3030687"/>
            <a:chOff x="7358634" y="1005840"/>
            <a:chExt cx="2286000" cy="2194560"/>
          </a:xfrm>
        </p:grpSpPr>
        <p:sp>
          <p:nvSpPr>
            <p:cNvPr id="34" name="Shape 32"/>
            <p:cNvSpPr/>
            <p:nvPr/>
          </p:nvSpPr>
          <p:spPr>
            <a:xfrm>
              <a:off x="7358634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7358634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7431786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7431786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④</a:t>
              </a:r>
              <a:endParaRPr lang="en-US" sz="16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7751826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내림차순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정렬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7431786" y="1417320"/>
              <a:ext cx="2139696" cy="1690056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7523226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sp>
        <p:nvSpPr>
          <p:cNvPr id="46" name="Text 44"/>
          <p:cNvSpPr/>
          <p:nvPr/>
        </p:nvSpPr>
        <p:spPr>
          <a:xfrm>
            <a:off x="9838944" y="1042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14B1DA16-7661-4761-A294-3E26C7F94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463154"/>
            <a:ext cx="2962688" cy="1438476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3C4CEC5A-8042-4C7D-99CF-CAD5B15FB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0819" y="3520040"/>
            <a:ext cx="3000794" cy="962159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A775EFD8-B60A-4930-A74B-30F7E8631F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5300" y="1433031"/>
            <a:ext cx="3324689" cy="1381318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A73C85AA-FEE5-424A-8811-2B991B7837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4703" y="3185059"/>
            <a:ext cx="3153215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F3AA5-BA9B-36A3-E5B0-C97AEFE0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4E4191-6E9B-6497-E851-1CF19F69B961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9F6F8D1-F4F5-5548-2877-16A5C3A078AA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3DA3550-17EF-1892-7D3D-7EB00F589A87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BEE88D-7D31-9537-F74F-436D683CC822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96A9B5D-8793-9537-5B50-DB0E1DBD0D34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45AC520-3002-4251-0180-8426A475167C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</a:t>
            </a:r>
            <a:r>
              <a:rPr lang="en-US" sz="12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작성 화면 캡처</a:t>
            </a:r>
            <a:r>
              <a:rPr lang="en-US" sz="10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(VS Code 또는 IDE에서 작성한 WordManager 전체 코드를 여기에 붙여넣으시오)</a:t>
            </a:r>
            <a:endParaRPr lang="en-US" sz="14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6A80B5D7-1EF2-2353-BC46-92FF73A32EA0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6FED6005-B15E-FA44-0CAB-6E0DD2BBE359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69637423-4BC8-4591-B715-DFABEC5B85F1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sp>
        <p:nvSpPr>
          <p:cNvPr id="24" name="Shape 52">
            <a:extLst>
              <a:ext uri="{FF2B5EF4-FFF2-40B4-BE49-F238E27FC236}">
                <a16:creationId xmlns:a16="http://schemas.microsoft.com/office/drawing/2014/main" id="{41F06ECF-9189-8642-3381-456259D343F8}"/>
              </a:ext>
            </a:extLst>
          </p:cNvPr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53">
            <a:extLst>
              <a:ext uri="{FF2B5EF4-FFF2-40B4-BE49-F238E27FC236}">
                <a16:creationId xmlns:a16="http://schemas.microsoft.com/office/drawing/2014/main" id="{A0588F1F-6274-0038-4979-7CF2D2E3A309}"/>
              </a:ext>
            </a:extLst>
          </p:cNvPr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F7A7387-95D2-425B-9E51-7C35BF678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202" y="651668"/>
            <a:ext cx="6735115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29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WordManager 클래스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(3)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 3개 추가 → 목록 확인 → 내림차순 Z→A 정렬 결과를 캡처하여 붙여넣으시오.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과정  —  단어 추가 &amp; 목록 확인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3020074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단어 추가 &amp; 목록 확인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캡처를 붙여넣으시오.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과정  —  내림차순 정렬 (Z→A)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3020074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내림차순 정렬 실행 결과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캡처를 붙여넣으시오.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5733288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0040" y="57332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두 실행 결과 모두 캡처하여 붙여넣어야 합니다.  reverse=True가 올바르게 동작해야 만점 인정.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2C7DB0A-3E0E-4A09-A152-6B696C9F4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36766"/>
            <a:ext cx="4563112" cy="4143953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6113D931-C3A2-40F5-BC85-689BDE6A6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682" y="1479663"/>
            <a:ext cx="5659082" cy="20290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CSV 파일 저장 / 읽기  —  코드 빈칸 채우기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⑤~⑧를 완성하고, 각 단계별 실행 결과를 캡처하여 순서대로 붙여넣으시오.  |  배점 50점</a:t>
            </a:r>
            <a:endParaRPr lang="en-US" sz="115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9478F28-58FD-A4E0-0890-6A9E9F538163}"/>
              </a:ext>
            </a:extLst>
          </p:cNvPr>
          <p:cNvGrpSpPr>
            <a:grpSpLocks/>
          </p:cNvGrpSpPr>
          <p:nvPr/>
        </p:nvGrpSpPr>
        <p:grpSpPr>
          <a:xfrm>
            <a:off x="204216" y="3320822"/>
            <a:ext cx="2733294" cy="2623962"/>
            <a:chOff x="137160" y="1005840"/>
            <a:chExt cx="2286000" cy="2194560"/>
          </a:xfrm>
        </p:grpSpPr>
        <p:sp>
          <p:nvSpPr>
            <p:cNvPr id="7" name="Shape 5"/>
            <p:cNvSpPr/>
            <p:nvPr/>
          </p:nvSpPr>
          <p:spPr>
            <a:xfrm>
              <a:off x="137160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137160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210312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210312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⑤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30352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컬럼명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자동 추출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10312" y="1417319"/>
              <a:ext cx="2139696" cy="1674223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301752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E381F2-8395-81B6-CCA9-D810518ECA7D}"/>
              </a:ext>
            </a:extLst>
          </p:cNvPr>
          <p:cNvGrpSpPr/>
          <p:nvPr/>
        </p:nvGrpSpPr>
        <p:grpSpPr>
          <a:xfrm>
            <a:off x="1668780" y="3270064"/>
            <a:ext cx="2743200" cy="2633472"/>
            <a:chOff x="2544318" y="1005840"/>
            <a:chExt cx="2286000" cy="2194560"/>
          </a:xfrm>
        </p:grpSpPr>
        <p:sp>
          <p:nvSpPr>
            <p:cNvPr id="16" name="Shape 14"/>
            <p:cNvSpPr/>
            <p:nvPr/>
          </p:nvSpPr>
          <p:spPr>
            <a:xfrm>
              <a:off x="2544318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2544318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2617470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2617470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⑥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937510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전체 데이터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저장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617470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2708910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C680ACC-628C-FAAE-83F6-E939063998B5}"/>
              </a:ext>
            </a:extLst>
          </p:cNvPr>
          <p:cNvGrpSpPr/>
          <p:nvPr/>
        </p:nvGrpSpPr>
        <p:grpSpPr>
          <a:xfrm>
            <a:off x="4335170" y="1027786"/>
            <a:ext cx="2743200" cy="2633472"/>
            <a:chOff x="4951476" y="1005840"/>
            <a:chExt cx="2286000" cy="2194560"/>
          </a:xfrm>
        </p:grpSpPr>
        <p:sp>
          <p:nvSpPr>
            <p:cNvPr id="25" name="Shape 23"/>
            <p:cNvSpPr/>
            <p:nvPr/>
          </p:nvSpPr>
          <p:spPr>
            <a:xfrm>
              <a:off x="4951476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4951476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5024628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5024628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⑦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344668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파일 객체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전달</a:t>
              </a:r>
              <a:endParaRPr lang="en-US" sz="9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5024628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5116068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F4762D7-49F6-3B12-3E2E-1C848077D563}"/>
              </a:ext>
            </a:extLst>
          </p:cNvPr>
          <p:cNvGrpSpPr/>
          <p:nvPr/>
        </p:nvGrpSpPr>
        <p:grpSpPr>
          <a:xfrm>
            <a:off x="5987034" y="1037625"/>
            <a:ext cx="2743200" cy="2633472"/>
            <a:chOff x="7358634" y="1005840"/>
            <a:chExt cx="2286000" cy="2194560"/>
          </a:xfrm>
        </p:grpSpPr>
        <p:sp>
          <p:nvSpPr>
            <p:cNvPr id="34" name="Shape 32"/>
            <p:cNvSpPr/>
            <p:nvPr/>
          </p:nvSpPr>
          <p:spPr>
            <a:xfrm>
              <a:off x="7358634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7358634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7431786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7431786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⑧</a:t>
              </a:r>
              <a:endParaRPr lang="en-US" sz="16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7751826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리스트로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변환 반환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7431786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7523226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sp>
        <p:nvSpPr>
          <p:cNvPr id="54" name="Shape 52"/>
          <p:cNvSpPr/>
          <p:nvPr/>
        </p:nvSpPr>
        <p:spPr>
          <a:xfrm>
            <a:off x="182880" y="5991688"/>
            <a:ext cx="1188720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59916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students.csv 파일이 정상 생성되고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읽혀야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CD90A88-F928-C9F7-CFDA-406371301EC4}"/>
              </a:ext>
            </a:extLst>
          </p:cNvPr>
          <p:cNvGrpSpPr/>
          <p:nvPr/>
        </p:nvGrpSpPr>
        <p:grpSpPr>
          <a:xfrm>
            <a:off x="9026814" y="3024052"/>
            <a:ext cx="2743200" cy="2633472"/>
            <a:chOff x="9765792" y="1005840"/>
            <a:chExt cx="2286000" cy="2194560"/>
          </a:xfrm>
        </p:grpSpPr>
        <p:sp>
          <p:nvSpPr>
            <p:cNvPr id="43" name="Shape 41"/>
            <p:cNvSpPr/>
            <p:nvPr/>
          </p:nvSpPr>
          <p:spPr>
            <a:xfrm>
              <a:off x="9765792" y="1005840"/>
              <a:ext cx="2286000" cy="2194560"/>
            </a:xfrm>
            <a:prstGeom prst="rect">
              <a:avLst/>
            </a:prstGeom>
            <a:solidFill>
              <a:srgbClr val="F0F4F8"/>
            </a:solidFill>
            <a:ln w="1270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Shape 42"/>
            <p:cNvSpPr/>
            <p:nvPr/>
          </p:nvSpPr>
          <p:spPr>
            <a:xfrm>
              <a:off x="9765792" y="1005840"/>
              <a:ext cx="2286000" cy="34747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1F3864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Shape 43"/>
            <p:cNvSpPr/>
            <p:nvPr/>
          </p:nvSpPr>
          <p:spPr>
            <a:xfrm>
              <a:off x="9838944" y="1042416"/>
              <a:ext cx="274320" cy="27432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44"/>
            <p:cNvSpPr/>
            <p:nvPr/>
          </p:nvSpPr>
          <p:spPr>
            <a:xfrm>
              <a:off x="9838944" y="1042416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⑨</a:t>
              </a:r>
              <a:endParaRPr lang="en-US" sz="16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10158984" y="10058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전체 코드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실행 확인</a:t>
              </a:r>
              <a:endParaRPr lang="en-US" sz="9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9838944" y="1417320"/>
              <a:ext cx="2139696" cy="1674222"/>
            </a:xfrm>
            <a:prstGeom prst="rect">
              <a:avLst/>
            </a:prstGeom>
            <a:solidFill>
              <a:srgbClr val="EBF3FB"/>
            </a:solidFill>
            <a:ln w="12700">
              <a:solidFill>
                <a:srgbClr val="2E75B6"/>
              </a:solidFill>
              <a:prstDash val="lg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 47"/>
            <p:cNvSpPr/>
            <p:nvPr/>
          </p:nvSpPr>
          <p:spPr>
            <a:xfrm>
              <a:off x="9930384" y="1961388"/>
              <a:ext cx="195681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📷 캡처 이미지</a:t>
              </a:r>
              <a:endParaRPr lang="en-US" sz="1100" dirty="0"/>
            </a:p>
          </p:txBody>
        </p:sp>
      </p:grp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42C4F9F2-89E4-4F58-8DAF-B11AFBA8F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179975"/>
            <a:ext cx="5077534" cy="1305107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3904B66D-886F-44CF-9DF2-AD91E74E8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544" y="1489918"/>
            <a:ext cx="4439270" cy="1190791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004974C2-E2A5-4866-B019-85A70261B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9242" y="3422144"/>
            <a:ext cx="2667372" cy="752580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D302A7A6-1FB0-46C1-A988-1CF2297DCD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7087" y="4200632"/>
            <a:ext cx="3943900" cy="15432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CEC67-2D1F-7CA5-E24A-2C5AB82B8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A6F623-BD68-AEEA-01B7-CD8A1CF0252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9DF684F-FE5F-8E2C-A422-455E55B8E220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F8FE94C-3796-6163-E5D4-64DDE889C8F1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57F1325-E308-DF16-E4EC-3A4F9EDDA87A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2.  CSV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0EE66363-07C7-8EA6-817F-D255B951E0A9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5BB37B95-1F6F-7D5E-2A46-74FAB6F1FCA3}"/>
              </a:ext>
            </a:extLst>
          </p:cNvPr>
          <p:cNvSpPr/>
          <p:nvPr/>
        </p:nvSpPr>
        <p:spPr>
          <a:xfrm>
            <a:off x="274320" y="759033"/>
            <a:ext cx="11795760" cy="5155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</a:t>
            </a:r>
            <a:r>
              <a:rPr lang="en-US" sz="12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작성 화면 캡처</a:t>
            </a:r>
            <a:r>
              <a:rPr lang="en-US" sz="10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(VS Code 또는 IDE에서 작성한 WordManager 전체 코드를 여기에 붙여넣으시오)</a:t>
            </a:r>
            <a:endParaRPr lang="en-US" sz="14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FCA49B15-5C09-B9BD-A56C-8F2D9077A515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239865A-666E-F607-593B-B367F1EA71D1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30664954-A77E-1FC9-CD4D-4AE11510D1A6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  <p:sp>
        <p:nvSpPr>
          <p:cNvPr id="24" name="Shape 52">
            <a:extLst>
              <a:ext uri="{FF2B5EF4-FFF2-40B4-BE49-F238E27FC236}">
                <a16:creationId xmlns:a16="http://schemas.microsoft.com/office/drawing/2014/main" id="{E36EB857-B069-64E9-F6DF-198F98D8DFB2}"/>
              </a:ext>
            </a:extLst>
          </p:cNvPr>
          <p:cNvSpPr/>
          <p:nvPr/>
        </p:nvSpPr>
        <p:spPr>
          <a:xfrm>
            <a:off x="182880" y="6007527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53">
            <a:extLst>
              <a:ext uri="{FF2B5EF4-FFF2-40B4-BE49-F238E27FC236}">
                <a16:creationId xmlns:a16="http://schemas.microsoft.com/office/drawing/2014/main" id="{DAC5E380-8EF8-5118-595F-5220ACD0092E}"/>
              </a:ext>
            </a:extLst>
          </p:cNvPr>
          <p:cNvSpPr/>
          <p:nvPr/>
        </p:nvSpPr>
        <p:spPr>
          <a:xfrm>
            <a:off x="320040" y="6007527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구문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오류(Syntax Error) 없이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실행되어야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780F23E-0AC9-4DD9-BC1B-11F81CD1C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" y="277257"/>
            <a:ext cx="11296650" cy="611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512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CSV 파일 저장 / 읽기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</a:t>
            </a:r>
            <a:r>
              <a:rPr 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students.csv 파일 생성 확인 + 콘솔 출력(읽기 결과)를 캡처하여 붙여넣으시오.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(1)  —  students.csv 파일 저장 확인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320612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students.csv 파일 내용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파탐색기에서 파일 확인 캡처를 붙여넣으시오.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(2)  —  콘솔 출력 (읽기 결과)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3912" y="1408176"/>
            <a:ext cx="5806440" cy="423367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320612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콘솔 출력 실행 결과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캡처를 붙여넣으시오.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5733288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0040" y="5733288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CSV 저장 결과와 읽기 결과 모두 캡처하여 붙여넣어야 합니다.  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</a:t>
            </a:r>
            <a:endParaRPr lang="en-US" altLang="ko-KR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85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C112A0DD-DDBF-417D-A1DA-729FAE2F1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66" y="1535516"/>
            <a:ext cx="5110570" cy="199978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8BF91B55-8736-47C2-8D02-B05CA758B3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682" y="1408176"/>
            <a:ext cx="5666230" cy="15986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618</Words>
  <Application>Microsoft Office PowerPoint</Application>
  <PresentationFormat>와이드스크린</PresentationFormat>
  <Paragraphs>99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21</cp:revision>
  <dcterms:created xsi:type="dcterms:W3CDTF">2026-03-10T17:23:29Z</dcterms:created>
  <dcterms:modified xsi:type="dcterms:W3CDTF">2026-06-01T00:56:59Z</dcterms:modified>
</cp:coreProperties>
</file>