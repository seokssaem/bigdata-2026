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데이터 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2026-07-28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분석데이터전처리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prj_data_cleaned.csv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데이터 </a:t>
              </a:r>
              <a:r>
                <a:rPr lang="ko-KR" alt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전처리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[2001010510_21v4]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C69A34-8AF5-4FB6-81F0-8AE3BF3B38A4}"/>
              </a:ext>
            </a:extLst>
          </p:cNvPr>
          <p:cNvSpPr txBox="1"/>
          <p:nvPr/>
        </p:nvSpPr>
        <p:spPr>
          <a:xfrm>
            <a:off x="4966282" y="571205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/>
              <a:t>결측치</a:t>
            </a:r>
            <a:r>
              <a:rPr lang="ko-KR" altLang="en-US" sz="2400" dirty="0"/>
              <a:t> 처리</a:t>
            </a: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A02AA5-241D-4F95-B187-D66DD459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3833"/>
            <a:ext cx="2877931" cy="222877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67CFC28-9FD4-4F29-A016-F5C78E865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732" y="1567982"/>
            <a:ext cx="3534268" cy="22287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27B708-F0D6-4108-8635-468D2243D123}"/>
              </a:ext>
            </a:extLst>
          </p:cNvPr>
          <p:cNvSpPr txBox="1"/>
          <p:nvPr/>
        </p:nvSpPr>
        <p:spPr>
          <a:xfrm>
            <a:off x="1895912" y="4941116"/>
            <a:ext cx="882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메모 </a:t>
            </a:r>
            <a:r>
              <a:rPr lang="en-US" altLang="ko-KR" dirty="0"/>
              <a:t>56.8% </a:t>
            </a:r>
            <a:r>
              <a:rPr lang="ko-KR" altLang="en-US" dirty="0"/>
              <a:t>삭제 </a:t>
            </a:r>
            <a:r>
              <a:rPr lang="en-US" altLang="ko-KR" dirty="0"/>
              <a:t>/ </a:t>
            </a:r>
            <a:r>
              <a:rPr lang="ko-KR" altLang="en-US" dirty="0"/>
              <a:t>나이</a:t>
            </a:r>
            <a:r>
              <a:rPr lang="en-US" altLang="ko-KR" dirty="0"/>
              <a:t>·</a:t>
            </a:r>
            <a:r>
              <a:rPr lang="ko-KR" altLang="en-US" dirty="0"/>
              <a:t>리뷰점수 중앙값 </a:t>
            </a:r>
            <a:r>
              <a:rPr lang="en-US" altLang="ko-KR" dirty="0"/>
              <a:t>/ </a:t>
            </a:r>
            <a:r>
              <a:rPr lang="ko-KR" altLang="en-US" dirty="0"/>
              <a:t>성별</a:t>
            </a:r>
            <a:r>
              <a:rPr lang="en-US" altLang="ko-KR" dirty="0"/>
              <a:t>·</a:t>
            </a:r>
            <a:r>
              <a:rPr lang="ko-KR" altLang="en-US" dirty="0"/>
              <a:t>가입경로 </a:t>
            </a:r>
            <a:r>
              <a:rPr lang="ko-KR" altLang="en-US" dirty="0" err="1"/>
              <a:t>최빈값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처리 후 </a:t>
            </a:r>
            <a:r>
              <a:rPr lang="ko-KR" altLang="en-US" dirty="0" err="1"/>
              <a:t>결측치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건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4C65842-F256-453F-A6EB-EA8BB64CB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447" y="1519791"/>
            <a:ext cx="5516769" cy="232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DC2A40-0A78-4CB2-83CC-99FB8787F015}"/>
              </a:ext>
            </a:extLst>
          </p:cNvPr>
          <p:cNvSpPr txBox="1"/>
          <p:nvPr/>
        </p:nvSpPr>
        <p:spPr>
          <a:xfrm>
            <a:off x="4966282" y="462149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이상치 처리</a:t>
            </a: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2B852F-16B2-4C41-9728-E7DBC0CF4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81" y="923814"/>
            <a:ext cx="3938684" cy="38513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47F71E0-4B39-488B-A258-79A8AB90A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519" y="1147002"/>
            <a:ext cx="6801799" cy="1533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4FE3C2-5A50-43B6-93E7-D7E1271B41C2}"/>
              </a:ext>
            </a:extLst>
          </p:cNvPr>
          <p:cNvSpPr txBox="1"/>
          <p:nvPr/>
        </p:nvSpPr>
        <p:spPr>
          <a:xfrm>
            <a:off x="2014594" y="5287855"/>
            <a:ext cx="8162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IQR </a:t>
            </a:r>
            <a:r>
              <a:rPr lang="ko-KR" altLang="en-US" dirty="0"/>
              <a:t>상한 </a:t>
            </a:r>
            <a:r>
              <a:rPr lang="en-US" altLang="ko-KR" dirty="0"/>
              <a:t>213,834 </a:t>
            </a:r>
            <a:r>
              <a:rPr lang="ko-KR" altLang="en-US" dirty="0"/>
              <a:t>초과 </a:t>
            </a:r>
            <a:r>
              <a:rPr lang="en-US" altLang="ko-KR" dirty="0"/>
              <a:t>12</a:t>
            </a:r>
            <a:r>
              <a:rPr lang="ko-KR" altLang="en-US" dirty="0"/>
              <a:t>건 → </a:t>
            </a:r>
            <a:r>
              <a:rPr lang="en-US" altLang="ko-KR" dirty="0"/>
              <a:t>capping </a:t>
            </a:r>
            <a:r>
              <a:rPr lang="ko-KR" altLang="en-US" dirty="0"/>
              <a:t>처리 </a:t>
            </a:r>
            <a:r>
              <a:rPr lang="en-US" altLang="ko-KR" dirty="0"/>
              <a:t>/ </a:t>
            </a:r>
          </a:p>
          <a:p>
            <a:r>
              <a:rPr lang="ko-KR" altLang="en-US" dirty="0"/>
              <a:t>표본 수가 적어 삭제 대신 </a:t>
            </a:r>
            <a:r>
              <a:rPr lang="ko-KR" altLang="en-US" dirty="0" err="1"/>
              <a:t>경계값</a:t>
            </a:r>
            <a:r>
              <a:rPr lang="ko-KR" altLang="en-US" dirty="0"/>
              <a:t> 대체</a:t>
            </a:r>
            <a:r>
              <a:rPr lang="en-US" altLang="ko-KR" dirty="0"/>
              <a:t>, </a:t>
            </a:r>
            <a:r>
              <a:rPr lang="ko-KR" altLang="en-US" dirty="0"/>
              <a:t>고액 구매가 실제 </a:t>
            </a:r>
            <a:r>
              <a:rPr lang="en-US" altLang="ko-KR" dirty="0"/>
              <a:t>VIP </a:t>
            </a:r>
            <a:r>
              <a:rPr lang="ko-KR" altLang="en-US" dirty="0"/>
              <a:t>고객일 가능성 고려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CD55C32-3977-4DB7-8783-C5BAB56AE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519" y="3090597"/>
            <a:ext cx="7059010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9CB44B-3D04-464B-81E7-66367BE246D8}"/>
              </a:ext>
            </a:extLst>
          </p:cNvPr>
          <p:cNvSpPr txBox="1"/>
          <p:nvPr/>
        </p:nvSpPr>
        <p:spPr>
          <a:xfrm>
            <a:off x="4491829" y="341380"/>
            <a:ext cx="2784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범주형 변수 인코딩</a:t>
            </a: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F6744C-7F47-4260-AF89-FE1048902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26" y="1077386"/>
            <a:ext cx="11019747" cy="13979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C326FA5-4AA1-4D6A-B362-46B57659C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26" y="2960385"/>
            <a:ext cx="11019747" cy="10487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A15EAA7-46B8-42F0-A1FE-0FC974A06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26" y="4039862"/>
            <a:ext cx="11019747" cy="3027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3338C7-44F4-4B82-ACBA-F004B2F71982}"/>
              </a:ext>
            </a:extLst>
          </p:cNvPr>
          <p:cNvSpPr txBox="1"/>
          <p:nvPr/>
        </p:nvSpPr>
        <p:spPr>
          <a:xfrm>
            <a:off x="728738" y="4886498"/>
            <a:ext cx="10734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멤버십등급은 서열 있어서 레이블 인코딩 </a:t>
            </a:r>
            <a:r>
              <a:rPr lang="en-US" altLang="ko-KR" dirty="0"/>
              <a:t>/ </a:t>
            </a:r>
            <a:r>
              <a:rPr lang="ko-KR" altLang="en-US" dirty="0"/>
              <a:t>성별</a:t>
            </a:r>
            <a:r>
              <a:rPr lang="en-US" altLang="ko-KR" dirty="0"/>
              <a:t>·</a:t>
            </a:r>
            <a:r>
              <a:rPr lang="ko-KR" altLang="en-US" dirty="0"/>
              <a:t>거주지역</a:t>
            </a:r>
            <a:r>
              <a:rPr lang="en-US" altLang="ko-KR" dirty="0"/>
              <a:t>·</a:t>
            </a:r>
            <a:r>
              <a:rPr lang="ko-KR" altLang="en-US" dirty="0"/>
              <a:t>가입경로</a:t>
            </a:r>
            <a:r>
              <a:rPr lang="en-US" altLang="ko-KR" dirty="0"/>
              <a:t>·</a:t>
            </a:r>
            <a:r>
              <a:rPr lang="ko-KR" altLang="en-US" dirty="0"/>
              <a:t>쿠폰사용여부는 서열 없어서 원</a:t>
            </a:r>
            <a:r>
              <a:rPr lang="en-US" altLang="ko-KR" dirty="0"/>
              <a:t>-</a:t>
            </a:r>
            <a:r>
              <a:rPr lang="ko-KR" altLang="en-US" dirty="0"/>
              <a:t>핫 인코딩 </a:t>
            </a:r>
            <a:r>
              <a:rPr lang="en-US" altLang="ko-KR" dirty="0"/>
              <a:t>/ (500,11) → (500,20)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0598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6AF8E4-7240-4245-A4C1-6BACCB38E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41" y="1219459"/>
            <a:ext cx="5616900" cy="30871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80A3203-05CE-4D10-A7A7-ACB3C793F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861" y="1219459"/>
            <a:ext cx="5766281" cy="31458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9E90B4-EB15-422A-8A05-C20B52FCF6C3}"/>
              </a:ext>
            </a:extLst>
          </p:cNvPr>
          <p:cNvSpPr txBox="1"/>
          <p:nvPr/>
        </p:nvSpPr>
        <p:spPr>
          <a:xfrm>
            <a:off x="4300884" y="403426"/>
            <a:ext cx="3092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파생변수 및 스케일링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AD3D15-3167-4DB0-A9DD-8D2C6957C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205" y="4660976"/>
            <a:ext cx="5039428" cy="3715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97B49E-44EC-4053-9B8B-ECB6F448D46E}"/>
              </a:ext>
            </a:extLst>
          </p:cNvPr>
          <p:cNvSpPr txBox="1"/>
          <p:nvPr/>
        </p:nvSpPr>
        <p:spPr>
          <a:xfrm>
            <a:off x="1170628" y="5370094"/>
            <a:ext cx="1046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회당평균구매금액 </a:t>
            </a:r>
            <a:r>
              <a:rPr lang="en-US" altLang="ko-KR" dirty="0"/>
              <a:t>= </a:t>
            </a:r>
            <a:r>
              <a:rPr lang="ko-KR" altLang="en-US" dirty="0"/>
              <a:t>월평균구매금액 </a:t>
            </a:r>
            <a:r>
              <a:rPr lang="en-US" altLang="ko-KR" dirty="0"/>
              <a:t>÷ </a:t>
            </a:r>
            <a:r>
              <a:rPr lang="ko-KR" altLang="en-US" dirty="0"/>
              <a:t>구매횟수 </a:t>
            </a:r>
            <a:r>
              <a:rPr lang="en-US" altLang="ko-KR" dirty="0"/>
              <a:t>/ </a:t>
            </a:r>
            <a:r>
              <a:rPr lang="en-US" altLang="ko-KR" dirty="0" err="1"/>
              <a:t>StandardScaler</a:t>
            </a:r>
            <a:r>
              <a:rPr lang="en-US" altLang="ko-KR" dirty="0"/>
              <a:t> </a:t>
            </a:r>
            <a:r>
              <a:rPr lang="ko-KR" altLang="en-US" dirty="0"/>
              <a:t>적용 후 평균 </a:t>
            </a:r>
            <a:r>
              <a:rPr lang="en-US" altLang="ko-KR" dirty="0"/>
              <a:t>0, </a:t>
            </a:r>
            <a:r>
              <a:rPr lang="ko-KR" altLang="en-US" dirty="0"/>
              <a:t>표준편차 </a:t>
            </a:r>
            <a:r>
              <a:rPr lang="en-US" altLang="ko-KR" dirty="0"/>
              <a:t>1</a:t>
            </a:r>
            <a:r>
              <a:rPr lang="ko-KR" altLang="en-US" dirty="0"/>
              <a:t>로 변환 확인 </a:t>
            </a:r>
            <a:r>
              <a:rPr lang="en-US" altLang="ko-KR" dirty="0"/>
              <a:t>/ prj_data_cleaned.csv</a:t>
            </a:r>
            <a:r>
              <a:rPr lang="ko-KR" altLang="en-US" dirty="0"/>
              <a:t>로 저장</a:t>
            </a:r>
          </a:p>
        </p:txBody>
      </p:sp>
    </p:spTree>
    <p:extLst>
      <p:ext uri="{BB962C8B-B14F-4D97-AF65-F5344CB8AC3E}">
        <p14:creationId xmlns:p14="http://schemas.microsoft.com/office/powerpoint/2010/main" val="516561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193</Words>
  <Application>Microsoft Office PowerPoint</Application>
  <PresentationFormat>와이드스크린</PresentationFormat>
  <Paragraphs>20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24</cp:revision>
  <dcterms:created xsi:type="dcterms:W3CDTF">2026-03-10T17:23:29Z</dcterms:created>
  <dcterms:modified xsi:type="dcterms:W3CDTF">2026-07-28T01:46:23Z</dcterms:modified>
</cp:coreProperties>
</file>