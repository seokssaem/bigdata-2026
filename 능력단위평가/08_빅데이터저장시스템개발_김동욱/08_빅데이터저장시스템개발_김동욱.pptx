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2026-07-10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E6E6B2-4403-44EA-83A8-F113AA4A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951" y="632877"/>
            <a:ext cx="5342049" cy="52871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A9668C-4DF3-4946-85D4-E007F41D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29" y="632877"/>
            <a:ext cx="6688822" cy="5287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0D3F6-7E79-45E6-9416-A3B03E946F34}"/>
              </a:ext>
            </a:extLst>
          </p:cNvPr>
          <p:cNvSpPr txBox="1"/>
          <p:nvPr/>
        </p:nvSpPr>
        <p:spPr>
          <a:xfrm>
            <a:off x="3142685" y="263545"/>
            <a:ext cx="7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water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802F0-0EA4-4C15-8DD9-1D3AB06E7876}"/>
              </a:ext>
            </a:extLst>
          </p:cNvPr>
          <p:cNvSpPr txBox="1"/>
          <p:nvPr/>
        </p:nvSpPr>
        <p:spPr>
          <a:xfrm>
            <a:off x="9221758" y="263545"/>
            <a:ext cx="59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area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251999-F364-48CF-9EB1-FD4F5B3C7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652" y="881561"/>
            <a:ext cx="8392696" cy="5363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32116-D985-4DD7-B107-4A57B8B399E6}"/>
              </a:ext>
            </a:extLst>
          </p:cNvPr>
          <p:cNvSpPr txBox="1"/>
          <p:nvPr/>
        </p:nvSpPr>
        <p:spPr>
          <a:xfrm>
            <a:off x="1638257" y="512229"/>
            <a:ext cx="8915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정수장</a:t>
            </a:r>
            <a:r>
              <a:rPr lang="ko-KR" altLang="en-US" dirty="0"/>
              <a:t> 컬럼을 기준으로</a:t>
            </a:r>
            <a:r>
              <a:rPr lang="en-US" altLang="ko-KR" dirty="0"/>
              <a:t> water </a:t>
            </a:r>
            <a:r>
              <a:rPr lang="ko-KR" altLang="en-US" dirty="0"/>
              <a:t>테이블과 </a:t>
            </a:r>
            <a:r>
              <a:rPr lang="en-US" altLang="ko-KR" dirty="0"/>
              <a:t>area </a:t>
            </a:r>
            <a:r>
              <a:rPr lang="ko-KR" altLang="en-US" dirty="0"/>
              <a:t>테이블을 </a:t>
            </a:r>
            <a:r>
              <a:rPr lang="en-US" altLang="ko-KR" dirty="0"/>
              <a:t>JOIN</a:t>
            </a:r>
            <a:r>
              <a:rPr lang="ko-KR" altLang="en-US" dirty="0"/>
              <a:t>하고 필요한 컬럼만 조회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123</Words>
  <Application>Microsoft Office PowerPoint</Application>
  <PresentationFormat>와이드스크린</PresentationFormat>
  <Paragraphs>17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20</cp:revision>
  <dcterms:created xsi:type="dcterms:W3CDTF">2026-03-10T17:23:29Z</dcterms:created>
  <dcterms:modified xsi:type="dcterms:W3CDTF">2026-07-10T08:22:56Z</dcterms:modified>
</cp:coreProperties>
</file>