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  (2001020426_23v4)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06</a:t>
            </a:r>
            <a:r>
              <a:rPr lang="ko-KR" altLang="en-US" dirty="0"/>
              <a:t>월 </a:t>
            </a:r>
            <a:r>
              <a:rPr lang="en-US" altLang="ko-KR" dirty="0"/>
              <a:t>17</a:t>
            </a:r>
            <a:r>
              <a:rPr lang="ko-KR" altLang="en-US" dirty="0"/>
              <a:t>일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05_빅데이터플랫폼아키텍처설계_이름.pptx,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drawio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또는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png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98CEE9-F9A1-465F-9D54-500A216BC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466" y="0"/>
            <a:ext cx="7797068" cy="651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1100FC-6887-4121-87ED-8DCF22884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930" y="0"/>
            <a:ext cx="6094140" cy="65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104</Words>
  <Application>Microsoft Office PowerPoint</Application>
  <PresentationFormat>와이드스크린</PresentationFormat>
  <Paragraphs>14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10</cp:revision>
  <dcterms:created xsi:type="dcterms:W3CDTF">2026-03-10T17:23:29Z</dcterms:created>
  <dcterms:modified xsi:type="dcterms:W3CDTF">2026-06-17T04:03:37Z</dcterms:modified>
</cp:coreProperties>
</file>