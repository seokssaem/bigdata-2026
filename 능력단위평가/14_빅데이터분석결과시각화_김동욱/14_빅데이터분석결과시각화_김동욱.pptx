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결과 시각화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dirty="0"/>
              <a:t>김동욱</a:t>
            </a:r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800" dirty="0"/>
              <a:t>2026-08-19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800"/>
              <a:t>KimDonguk</a:t>
            </a: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14_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빅데이터분석결과시각화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결과 시각화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2001010509_21v4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1001E5-CED4-4974-AA2D-173788AA7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09" y="48965"/>
            <a:ext cx="9183382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43CA2AA-9A11-4C3E-8517-05C2E422F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246" y="0"/>
            <a:ext cx="8003507" cy="650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D39A2B6-E53B-4F8C-AF78-CD85D4967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273" y="0"/>
            <a:ext cx="7655453" cy="651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359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384425-CAD9-4C5D-AE4F-58E4C4045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525" y="1"/>
            <a:ext cx="8428950" cy="648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708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07C542F-5981-42AF-B7A5-A5124F5C5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55" y="69463"/>
            <a:ext cx="11509290" cy="63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297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D62142-5C22-4AC7-A238-0BB7B3A4A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407" y="0"/>
            <a:ext cx="7087186" cy="650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53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6F43CB7-97BA-4D4C-81DB-FA012C807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440" y="0"/>
            <a:ext cx="7779119" cy="650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979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BF077F8-2334-45C0-99FD-E702F94CD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228" y="0"/>
            <a:ext cx="7995544" cy="652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991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C912F5D-6183-43C0-B0C5-A749C8070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099" y="0"/>
            <a:ext cx="7989802" cy="651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047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E322B62-9F35-4872-A1D2-B903217D3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136" y="0"/>
            <a:ext cx="7719727" cy="652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261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67</Words>
  <Application>Microsoft Office PowerPoint</Application>
  <PresentationFormat>와이드스크린</PresentationFormat>
  <Paragraphs>13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27</cp:revision>
  <dcterms:created xsi:type="dcterms:W3CDTF">2026-03-10T17:23:29Z</dcterms:created>
  <dcterms:modified xsi:type="dcterms:W3CDTF">2026-08-19T02:34:54Z</dcterms:modified>
</cp:coreProperties>
</file>