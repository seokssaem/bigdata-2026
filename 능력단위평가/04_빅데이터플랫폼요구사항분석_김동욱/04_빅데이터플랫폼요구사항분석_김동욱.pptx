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61" r:id="rId4"/>
    <p:sldId id="263" r:id="rId5"/>
    <p:sldId id="264" r:id="rId6"/>
    <p:sldId id="265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72" y="1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12C4D-32F2-230B-1FF2-BCF099930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1DFF6B-F8B7-30AE-8315-E61C33DBB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19BDE6-E546-40EB-8BD7-0C6C2CF8E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E365D-1677-4834-EDA5-AED44E8950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0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6C8DA-2407-8F64-4305-B7EB65889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24333-70B4-0486-5471-71B39E739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5017CF-0E0A-70FD-1EEF-25D856E4A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1C01A-1F23-561C-B26D-FDD3E5919D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732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36A81-DB18-197C-7AC5-373913986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B2EBCF-7446-CCBB-9B01-02923DEE1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F05962-16C3-12EA-47FD-089F49E7C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D05D9-BA22-692C-91AB-F1C2EE4504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0244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39DF8-A185-9FF7-DE1C-B50A8C43E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3CCCA0-BE68-2891-6D14-E1C5A9995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28475-5ADB-8A4D-6644-856CFA771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00B40-0A8C-BFCF-81E8-6051DB715E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205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CAF3F-70D5-48DB-FBE3-2C40F446B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5291A8-A2D0-610A-DD99-FA652F31E9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8F791-81FD-4EBE-7FA5-9C94E0328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5CFD6-258C-A543-024B-2BDDBDCFCB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907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data.go.kr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  (2001020428_23v4)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방법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학사게시판 업로드 및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dirty="0"/>
              <a:t>김동욱</a:t>
            </a:r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dirty="0"/>
              <a:t>2026</a:t>
            </a:r>
            <a:r>
              <a:rPr lang="ko-KR" altLang="en-US" dirty="0"/>
              <a:t>년 </a:t>
            </a:r>
            <a:r>
              <a:rPr lang="en-US" altLang="ko-KR" dirty="0"/>
              <a:t>06</a:t>
            </a:r>
            <a:r>
              <a:rPr lang="ko-KR" altLang="en-US" dirty="0"/>
              <a:t>월 </a:t>
            </a:r>
            <a:r>
              <a:rPr lang="en-US" altLang="ko-KR" dirty="0"/>
              <a:t>09</a:t>
            </a:r>
            <a:r>
              <a:rPr lang="ko-KR" altLang="en-US" dirty="0"/>
              <a:t>일</a:t>
            </a:r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/>
              <a:t>KimDonguk</a:t>
            </a:r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업로드 파일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04_빅데이터플랫폼요구사항분석_이름.pptx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플랫폼 요구사항 분석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4F0A0-D598-5FCD-224F-B06380B9F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48E2191-7532-0762-ECF5-F9803C4155D0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BBA80C4-1459-622D-40FC-28FE33E90783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C96330B-970A-FF36-5676-B85BB624CE76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8033E57-16AA-A90D-BADC-15BDA5AC5510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1.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D93CD0D-B0EB-E64D-CEE5-3EB40EEFE450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활용한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87DD3EE-F7EF-D940-C6A1-A9ADA47FF39F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8952D5B-1BDB-F598-0ECC-0C431D407C74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99515B9-0022-AA0F-39D7-458615D45757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목적</a:t>
            </a:r>
            <a:endParaRPr lang="en-US" altLang="ko-KR" dirty="0"/>
          </a:p>
          <a:p>
            <a:r>
              <a:rPr lang="ko-KR" altLang="en-US" dirty="0" err="1"/>
              <a:t>평생학습포털에</a:t>
            </a:r>
            <a:r>
              <a:rPr lang="ko-KR" altLang="en-US" dirty="0"/>
              <a:t> 등록된 대구의 강좌 데이터를 분석하여 여러 교육을 원하는 사람들이 강좌 목록과 내용을 조회해서</a:t>
            </a:r>
            <a:endParaRPr lang="en-US" altLang="ko-KR" dirty="0"/>
          </a:p>
          <a:p>
            <a:r>
              <a:rPr lang="ko-KR" altLang="en-US" dirty="0"/>
              <a:t>원하는 강좌를 찾아보고 교육을 신청할 수 있도록 정보를 제공한다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사용자</a:t>
            </a:r>
            <a:endParaRPr lang="en-US" altLang="ko-KR" dirty="0"/>
          </a:p>
          <a:p>
            <a:r>
              <a:rPr lang="en-US" altLang="ko-KR" dirty="0"/>
              <a:t>    </a:t>
            </a:r>
            <a:r>
              <a:rPr lang="ko-KR" altLang="en-US" dirty="0"/>
              <a:t>①</a:t>
            </a:r>
            <a:r>
              <a:rPr lang="en-US" altLang="ko-KR" dirty="0"/>
              <a:t> </a:t>
            </a:r>
            <a:r>
              <a:rPr lang="ko-KR" altLang="en-US" dirty="0"/>
              <a:t>여러가지 취미 생활에 관심이 있는 대구 시민</a:t>
            </a:r>
            <a:endParaRPr lang="en-US" altLang="ko-KR" dirty="0"/>
          </a:p>
          <a:p>
            <a:r>
              <a:rPr lang="en-US" altLang="ko-KR" dirty="0"/>
              <a:t>    </a:t>
            </a:r>
            <a:r>
              <a:rPr lang="ko-KR" altLang="en-US" dirty="0"/>
              <a:t>② 자기개발에 관심이 많은 학생</a:t>
            </a:r>
            <a:endParaRPr lang="en-US" altLang="ko-KR" dirty="0"/>
          </a:p>
          <a:p>
            <a:r>
              <a:rPr lang="en-US" altLang="ko-KR" dirty="0"/>
              <a:t>    </a:t>
            </a:r>
            <a:r>
              <a:rPr lang="ko-KR" altLang="en-US" dirty="0"/>
              <a:t>③ 강좌 목록을 확인하고 관리하는 담당자</a:t>
            </a:r>
            <a:endParaRPr lang="en-US" altLang="ko-KR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C2ECAEC-8899-6C30-4847-3F054DA664A5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22DD11C-F92E-2E75-D820-ADE1B1E6DDD4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B7885B9-111F-F4CD-3A64-DC5C167D2945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163514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3BEE4-DD75-F1DF-FC17-B026F0145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C5FE38E-C593-1C2B-BB44-9768F830FA38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64FAC46-4564-9E6D-C662-8C4A033EF759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418E3C6-682F-1E66-2974-E29DA66EBC69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15F270-0BDE-A747-3B77-6429DF7FD678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2.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67A78B7-8EFA-139A-7D49-61601D9DBD3C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 요구사항을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altLang="ko-KR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068E452-A242-0CA9-7B22-6A0A7F9252ED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337109B-D614-0589-8477-6BBAB5F0DA55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DBF5471-488E-8FA9-0D09-A2D104FF0CC7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en-US" altLang="ko-KR" dirty="0"/>
              <a:t>[Must Have]</a:t>
            </a:r>
          </a:p>
          <a:p>
            <a:r>
              <a:rPr lang="en-US" altLang="ko-KR" dirty="0"/>
              <a:t>1. </a:t>
            </a:r>
            <a:r>
              <a:rPr lang="ko-KR" altLang="en-US" dirty="0"/>
              <a:t>공공데이터 포털에서 대구광역시</a:t>
            </a:r>
            <a:r>
              <a:rPr lang="en-US" altLang="ko-KR" dirty="0"/>
              <a:t>_</a:t>
            </a:r>
            <a:r>
              <a:rPr lang="ko-KR" altLang="en-US" dirty="0" err="1"/>
              <a:t>평생학습포털</a:t>
            </a:r>
            <a:r>
              <a:rPr lang="en-US" altLang="ko-KR" dirty="0"/>
              <a:t>_</a:t>
            </a:r>
            <a:r>
              <a:rPr lang="ko-KR" altLang="en-US" dirty="0"/>
              <a:t>강좌조회서비스 데이터를 수집할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수강 과목 목록을 조회할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수강 과목의 이름으로 상세 내용을 조회할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[Should Have]</a:t>
            </a:r>
          </a:p>
          <a:p>
            <a:r>
              <a:rPr lang="en-US" altLang="ko-KR" dirty="0"/>
              <a:t>1.</a:t>
            </a:r>
            <a:r>
              <a:rPr lang="ko-KR" altLang="en-US" dirty="0"/>
              <a:t> 수강과목의 상세 데이터를 필터링해서 조회할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수강 과목의 전체 데이터를 </a:t>
            </a:r>
            <a:r>
              <a:rPr lang="en-US" altLang="ko-KR" dirty="0"/>
              <a:t>csv </a:t>
            </a:r>
            <a:r>
              <a:rPr lang="ko-KR" altLang="en-US" dirty="0"/>
              <a:t>파일로 다운로드할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B645FAC-B216-72F6-FADD-94549E43171A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AE1E599-3B81-5810-07DA-60F854530287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FF0E69B-B5C7-7C87-8F7D-D6083BE07788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4008744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EEB85-57A8-FFAA-CA5F-A9AEF89D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66D403A-2425-A9F4-92EB-51568BE55DCF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6EA2A03-C0E8-FB4A-5B8C-E586AF8A6989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6930780-7BDB-1CA3-FB30-335A5A85D78B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FFD16C9-4678-E15B-5E44-56BA86491837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3.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65B96CE-3EF2-42BB-D26D-7DDCF194B115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비가능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요구사항을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altLang="ko-KR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D02F2A3-0874-431C-A47C-E1E42C72A21F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E376E76-EDFA-A628-B599-D92550F5D454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9B09326-88B7-18C1-375A-B4B966228DAD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응답시간 </a:t>
            </a:r>
            <a:r>
              <a:rPr lang="en-US" altLang="ko-KR" dirty="0"/>
              <a:t>: </a:t>
            </a:r>
            <a:r>
              <a:rPr lang="ko-KR" altLang="en-US" dirty="0"/>
              <a:t>사용자가 버튼을 눌렀을 때 몇 초 안에 결과가 나와야 하는가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- 3</a:t>
            </a:r>
            <a:r>
              <a:rPr lang="ko-KR" altLang="en-US" dirty="0"/>
              <a:t>초 이내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처리량 </a:t>
            </a:r>
            <a:r>
              <a:rPr lang="en-US" altLang="ko-KR" dirty="0"/>
              <a:t>: </a:t>
            </a:r>
            <a:r>
              <a:rPr lang="ko-KR" altLang="en-US" dirty="0"/>
              <a:t>하루에 데이터를 몇 건까지 처리해야 하는가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- 1,000</a:t>
            </a:r>
            <a:r>
              <a:rPr lang="ko-KR" altLang="en-US" dirty="0"/>
              <a:t>건</a:t>
            </a:r>
            <a:r>
              <a:rPr lang="en-US" altLang="ko-KR" dirty="0"/>
              <a:t>/</a:t>
            </a:r>
            <a:r>
              <a:rPr lang="ko-KR" altLang="en-US" dirty="0"/>
              <a:t>일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가용성 </a:t>
            </a:r>
            <a:r>
              <a:rPr lang="en-US" altLang="ko-KR" dirty="0"/>
              <a:t>: </a:t>
            </a:r>
            <a:r>
              <a:rPr lang="ko-KR" altLang="en-US" dirty="0"/>
              <a:t>이 서비스가 </a:t>
            </a:r>
            <a:r>
              <a:rPr lang="en-US" altLang="ko-KR" dirty="0"/>
              <a:t>1</a:t>
            </a:r>
            <a:r>
              <a:rPr lang="ko-KR" altLang="en-US" dirty="0"/>
              <a:t>년 중 몇</a:t>
            </a:r>
            <a:r>
              <a:rPr lang="en-US" altLang="ko-KR" dirty="0"/>
              <a:t> % </a:t>
            </a:r>
            <a:r>
              <a:rPr lang="ko-KR" altLang="en-US" dirty="0"/>
              <a:t>이상 정상 작동해야 하는가</a:t>
            </a:r>
            <a:r>
              <a:rPr lang="en-US" altLang="ko-KR" dirty="0"/>
              <a:t>?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75% : </a:t>
            </a:r>
            <a:r>
              <a:rPr lang="ko-KR" altLang="en-US" dirty="0"/>
              <a:t>매일 </a:t>
            </a:r>
            <a:r>
              <a:rPr lang="en-US" altLang="ko-KR" dirty="0"/>
              <a:t>07</a:t>
            </a:r>
            <a:r>
              <a:rPr lang="ko-KR" altLang="en-US" dirty="0"/>
              <a:t>시 </a:t>
            </a:r>
            <a:r>
              <a:rPr lang="en-US" altLang="ko-KR" dirty="0"/>
              <a:t>~ 25</a:t>
            </a:r>
            <a:r>
              <a:rPr lang="ko-KR" altLang="en-US" dirty="0"/>
              <a:t>시 까지만 운영해도 충분하다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어떤 강좌를 수강할 것인지 미리 찾아보는 것이기 때문에 긴급하게 찾아볼 이유가 없다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새벽 시간대에는 서버 점검을 하여도 서비스 품질에 영향이 없다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4. </a:t>
            </a:r>
            <a:r>
              <a:rPr lang="ko-KR" altLang="en-US" dirty="0"/>
              <a:t>데이터 갱신 주기 </a:t>
            </a:r>
            <a:r>
              <a:rPr lang="en-US" altLang="ko-KR" dirty="0"/>
              <a:t>: </a:t>
            </a:r>
            <a:r>
              <a:rPr lang="ko-KR" altLang="en-US" dirty="0"/>
              <a:t>공공데이터 </a:t>
            </a:r>
            <a:r>
              <a:rPr lang="en-US" altLang="ko-KR" dirty="0"/>
              <a:t>API</a:t>
            </a:r>
            <a:r>
              <a:rPr lang="ko-KR" altLang="en-US" dirty="0"/>
              <a:t>에서 데이터를 얼마나 자주 가져와야 하는가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매일 </a:t>
            </a:r>
            <a:r>
              <a:rPr lang="en-US" altLang="ko-KR" dirty="0"/>
              <a:t>02</a:t>
            </a:r>
            <a:r>
              <a:rPr lang="ko-KR" altLang="en-US" dirty="0"/>
              <a:t>시 정각마다</a:t>
            </a:r>
            <a:endParaRPr lang="en-US" altLang="ko-KR" dirty="0"/>
          </a:p>
          <a:p>
            <a:r>
              <a:rPr lang="ko-KR" altLang="en-US" dirty="0"/>
              <a:t>어떤 강좌를 수강할 것인지 미리 찾아보는 것이기 때문에 수강 시작 전에 검색하는 것이 기본이다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하루에 한 번정도만 데이터를 갱신해도 충분하다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새벽에는 새 강좌가 개설되지 않기 때문에 새벽에 갱신하는 것이 적절하다</a:t>
            </a:r>
            <a:r>
              <a:rPr lang="en-US" altLang="ko-KR" dirty="0"/>
              <a:t>.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4FFFFE6-1463-9D3D-421E-876A78C49783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984BB34-C503-BCFA-7787-990B1A7F40FA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A412FB0-3CC2-964B-79BE-F0F099F91C7D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4142782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8F0D8-3BE1-B9CD-15CC-E68BCC3AC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A0BDCB-EF3D-C980-55E8-E72D489F803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7E3791C-E5C8-A9A3-FF97-3AF15C0D242B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DDFF0A2-26FA-A614-F5E2-6E5772F20286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FF8D7E1-ABD2-5312-AA12-E8183410502E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4.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흐름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D6B201B-A378-A8B0-A0ED-71CC073ACAD2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흐름을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altLang="ko-KR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C13372F-2D2A-1A89-2660-E530AE368182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1E5CC28-ECD1-CE49-2573-0F056C08FCB2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9C4324C-A067-B51C-D7AB-5B0CD212CC2E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ko-KR" altLang="en-US" dirty="0"/>
              <a:t>● 데이터가 어디서 출발하여 어디까지 흘러가는지 각 단계를 </a:t>
            </a:r>
            <a:r>
              <a:rPr lang="ko-KR" altLang="en-US" dirty="0" err="1"/>
              <a:t>작성하시오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1. </a:t>
            </a:r>
            <a:r>
              <a:rPr lang="ko-KR" altLang="en-US" dirty="0"/>
              <a:t>수집 </a:t>
            </a:r>
            <a:r>
              <a:rPr lang="en-US" altLang="ko-KR" dirty="0"/>
              <a:t>: </a:t>
            </a:r>
            <a:r>
              <a:rPr lang="ko-KR" altLang="en-US" dirty="0" err="1"/>
              <a:t>공공데이터포털</a:t>
            </a:r>
            <a:r>
              <a:rPr lang="en-US" altLang="ko-KR" dirty="0"/>
              <a:t>(</a:t>
            </a:r>
            <a:r>
              <a:rPr lang="en-US" altLang="ko-KR" u="sng" dirty="0">
                <a:effectLst/>
                <a:hlinkClick r:id="rId3"/>
              </a:rPr>
              <a:t>data.go.kr </a:t>
            </a:r>
            <a:r>
              <a:rPr lang="en-US" altLang="ko-KR" u="sng" dirty="0">
                <a:effectLst/>
              </a:rPr>
              <a:t>)</a:t>
            </a:r>
            <a:r>
              <a:rPr lang="ko-KR" altLang="en-US" dirty="0"/>
              <a:t>에서 대구광역시</a:t>
            </a:r>
            <a:r>
              <a:rPr lang="en-US" altLang="ko-KR" dirty="0"/>
              <a:t>_</a:t>
            </a:r>
            <a:r>
              <a:rPr lang="ko-KR" altLang="en-US" dirty="0" err="1"/>
              <a:t>평생학습포털</a:t>
            </a:r>
            <a:r>
              <a:rPr lang="en-US" altLang="ko-KR" dirty="0"/>
              <a:t>_</a:t>
            </a:r>
            <a:r>
              <a:rPr lang="ko-KR" altLang="en-US" dirty="0"/>
              <a:t>강좌조회서비스 데이터</a:t>
            </a:r>
            <a:r>
              <a:rPr lang="en-US" altLang="ko-KR" dirty="0"/>
              <a:t>(xml</a:t>
            </a:r>
            <a:r>
              <a:rPr lang="ko-KR" altLang="en-US" dirty="0"/>
              <a:t>형식</a:t>
            </a:r>
            <a:r>
              <a:rPr lang="en-US" altLang="ko-KR" dirty="0"/>
              <a:t>)</a:t>
            </a:r>
            <a:r>
              <a:rPr lang="ko-KR" altLang="en-US" dirty="0"/>
              <a:t>를 수집한다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 err="1"/>
              <a:t>공공데이터포털에서</a:t>
            </a:r>
            <a:r>
              <a:rPr lang="ko-KR" altLang="en-US" dirty="0"/>
              <a:t> 대구광역시</a:t>
            </a:r>
            <a:r>
              <a:rPr lang="en-US" altLang="ko-KR" dirty="0"/>
              <a:t>_</a:t>
            </a:r>
            <a:r>
              <a:rPr lang="ko-KR" altLang="en-US" dirty="0" err="1"/>
              <a:t>평생학습포털</a:t>
            </a:r>
            <a:r>
              <a:rPr lang="en-US" altLang="ko-KR" dirty="0"/>
              <a:t>_</a:t>
            </a:r>
            <a:r>
              <a:rPr lang="ko-KR" altLang="en-US" dirty="0"/>
              <a:t>강좌조회서비스의 데이터 포맷은 </a:t>
            </a:r>
            <a:r>
              <a:rPr lang="en-US" altLang="ko-KR" dirty="0"/>
              <a:t>xml</a:t>
            </a:r>
            <a:r>
              <a:rPr lang="ko-KR" altLang="en-US" dirty="0"/>
              <a:t>만 지원한다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저장 </a:t>
            </a:r>
            <a:r>
              <a:rPr lang="en-US" altLang="ko-KR" dirty="0"/>
              <a:t>: DB</a:t>
            </a:r>
            <a:r>
              <a:rPr lang="ko-KR" altLang="en-US" dirty="0"/>
              <a:t>에 저장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처리 </a:t>
            </a:r>
            <a:r>
              <a:rPr lang="en-US" altLang="ko-KR" dirty="0"/>
              <a:t>: </a:t>
            </a:r>
            <a:r>
              <a:rPr lang="ko-KR" altLang="en-US" dirty="0" err="1"/>
              <a:t>결측값</a:t>
            </a:r>
            <a:r>
              <a:rPr lang="ko-KR" altLang="en-US" dirty="0"/>
              <a:t> 제거</a:t>
            </a:r>
            <a:r>
              <a:rPr lang="en-US" altLang="ko-KR" dirty="0"/>
              <a:t>, </a:t>
            </a:r>
            <a:r>
              <a:rPr lang="ko-KR" altLang="en-US" dirty="0"/>
              <a:t>중복 행 제거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dirty="0"/>
          </a:p>
          <a:p>
            <a:r>
              <a:rPr lang="en-US" altLang="ko-KR" dirty="0"/>
              <a:t>4. </a:t>
            </a:r>
            <a:r>
              <a:rPr lang="ko-KR" altLang="en-US" dirty="0"/>
              <a:t>분석 </a:t>
            </a:r>
            <a:r>
              <a:rPr lang="en-US" altLang="ko-KR" dirty="0"/>
              <a:t>: </a:t>
            </a:r>
            <a:r>
              <a:rPr lang="ko-KR" altLang="en-US" dirty="0"/>
              <a:t>원하는 강좌 목록 조회</a:t>
            </a:r>
            <a:r>
              <a:rPr lang="en-US" altLang="ko-KR" dirty="0"/>
              <a:t>, </a:t>
            </a:r>
            <a:r>
              <a:rPr lang="ko-KR" altLang="en-US" dirty="0"/>
              <a:t>강좌 이름으로 해당 강좌의 상세내용 조회</a:t>
            </a:r>
            <a:r>
              <a:rPr lang="en-US" altLang="ko-KR" dirty="0"/>
              <a:t>, </a:t>
            </a:r>
            <a:r>
              <a:rPr lang="ko-KR" altLang="en-US" dirty="0"/>
              <a:t>교육일시 및 수강료로 원하는 데이터 검색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5. </a:t>
            </a:r>
            <a:r>
              <a:rPr lang="ko-KR" altLang="en-US" dirty="0"/>
              <a:t>제공</a:t>
            </a:r>
            <a:r>
              <a:rPr lang="en-US" altLang="ko-KR" dirty="0"/>
              <a:t>: </a:t>
            </a:r>
            <a:r>
              <a:rPr lang="ko-KR" altLang="en-US" dirty="0"/>
              <a:t>웹 화면에서 조회한 강좌의 정보 및 필터링한 강좌의 정보를 표 형태로 목록을 확인할 수 있게 제공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552300F4-2B7E-6517-BBF9-EB3834AFE3DE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F907DEE-EFF5-02BB-F734-1D12AFD18E3D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BF888D2-84A6-79D5-FB2A-E4032D22A428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938945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7E299-EECC-161F-1E2C-C8D5CFFE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0155508-B1A4-35AC-1C1A-8B8642811419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2B41FA6-8DE3-8055-4E59-F326547C9DAE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6E83824-D5F3-5C9B-7C1B-C440343CA75E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94BB624-2F7A-FACB-5815-5F7AC26A16DE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5.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관리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8AC6C95-B234-8C1D-B61F-BE7BF3D527AA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관리를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altLang="ko-KR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49369B1-9837-2629-5DA3-26E568056BA2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65F17D2-B52F-9B7F-2136-961DEB01BEBD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9D5B606-A75E-0CC2-3E24-AB5B16ACB190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개인정보</a:t>
            </a:r>
            <a:r>
              <a:rPr lang="en-US" altLang="ko-KR" dirty="0"/>
              <a:t>]</a:t>
            </a:r>
          </a:p>
          <a:p>
            <a:endParaRPr lang="en-US" altLang="ko-KR" dirty="0"/>
          </a:p>
          <a:p>
            <a:r>
              <a:rPr lang="ko-KR" altLang="en-US" dirty="0"/>
              <a:t>해당 여부 </a:t>
            </a:r>
            <a:r>
              <a:rPr lang="en-US" altLang="ko-KR" dirty="0"/>
              <a:t>: </a:t>
            </a:r>
            <a:r>
              <a:rPr lang="ko-KR" altLang="en-US" dirty="0"/>
              <a:t>있음</a:t>
            </a:r>
            <a:endParaRPr lang="en-US" altLang="ko-KR" dirty="0"/>
          </a:p>
          <a:p>
            <a:r>
              <a:rPr lang="en-US" altLang="ko-KR" dirty="0"/>
              <a:t>-    </a:t>
            </a:r>
            <a:r>
              <a:rPr lang="ko-KR" altLang="en-US" dirty="0"/>
              <a:t>각 강좌의 강사 이름이 포함되어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    이름을 제외한 개인정보는 포함되지 않는다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   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처리 방법 </a:t>
            </a:r>
            <a:r>
              <a:rPr lang="en-US" altLang="ko-KR" dirty="0"/>
              <a:t>: </a:t>
            </a:r>
            <a:r>
              <a:rPr lang="ko-KR" altLang="en-US" dirty="0"/>
              <a:t>이름을 그대로 수집한다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     </a:t>
            </a:r>
            <a:r>
              <a:rPr lang="ko-KR" altLang="en-US" dirty="0"/>
              <a:t>강사의 이름도 강좌의 중요한 정보 중 하나이다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    </a:t>
            </a:r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이름만으로는 동명이인의 존재로 인하여 </a:t>
            </a:r>
            <a:r>
              <a:rPr lang="ko-KR" altLang="en-US" dirty="0" err="1"/>
              <a:t>개인을</a:t>
            </a:r>
            <a:r>
              <a:rPr lang="ko-KR" altLang="en-US" dirty="0"/>
              <a:t> 특정하기가 어렵다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   </a:t>
            </a:r>
            <a:r>
              <a:rPr lang="ko-KR" altLang="en-US" dirty="0"/>
              <a:t>따라서 이름은 그대로 수집한다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dirty="0"/>
              <a:t>[</a:t>
            </a:r>
            <a:r>
              <a:rPr lang="ko-KR" altLang="en-US" dirty="0"/>
              <a:t>품질 기준</a:t>
            </a:r>
            <a:r>
              <a:rPr lang="en-US" altLang="ko-KR" dirty="0"/>
              <a:t>]</a:t>
            </a:r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교육이 끝난 강좌는 목록에서 제거하여 조회되지 않게 처리한다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중복 데이터 기준 </a:t>
            </a:r>
            <a:r>
              <a:rPr lang="en-US" altLang="ko-KR" dirty="0"/>
              <a:t>: 0</a:t>
            </a:r>
            <a:r>
              <a:rPr lang="ko-KR" altLang="en-US" dirty="0"/>
              <a:t>건 </a:t>
            </a:r>
            <a:r>
              <a:rPr lang="en-US" altLang="ko-KR" dirty="0"/>
              <a:t>(</a:t>
            </a:r>
            <a:r>
              <a:rPr lang="ko-KR" altLang="en-US" dirty="0"/>
              <a:t>하나의 강좌가 중복으로 수집되었을 경우 제거한다</a:t>
            </a:r>
            <a:r>
              <a:rPr lang="en-US" altLang="ko-KR" dirty="0"/>
              <a:t>.)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err="1"/>
              <a:t>결측치</a:t>
            </a:r>
            <a:r>
              <a:rPr lang="ko-KR" altLang="en-US" dirty="0"/>
              <a:t> 허용 비율 </a:t>
            </a:r>
            <a:r>
              <a:rPr lang="en-US" altLang="ko-KR" dirty="0"/>
              <a:t>: 3% </a:t>
            </a:r>
            <a:r>
              <a:rPr lang="ko-KR" altLang="en-US" dirty="0"/>
              <a:t>이하 </a:t>
            </a:r>
            <a:r>
              <a:rPr lang="en-US" altLang="ko-KR" dirty="0"/>
              <a:t>(</a:t>
            </a:r>
            <a:r>
              <a:rPr lang="ko-KR" altLang="en-US" dirty="0"/>
              <a:t>초과시 해당 값에 </a:t>
            </a:r>
            <a:r>
              <a:rPr lang="en-US" altLang="ko-KR" dirty="0"/>
              <a:t>0</a:t>
            </a:r>
            <a:r>
              <a:rPr lang="ko-KR" altLang="en-US" dirty="0"/>
              <a:t>을 입력한다</a:t>
            </a:r>
            <a:r>
              <a:rPr lang="en-US" altLang="ko-KR" dirty="0"/>
              <a:t>. </a:t>
            </a:r>
            <a:r>
              <a:rPr lang="ko-KR" altLang="en-US" dirty="0"/>
              <a:t>수강정원수 등 결정되지 않은 항목이 있을 수 있다</a:t>
            </a:r>
            <a:r>
              <a:rPr lang="en-US" altLang="ko-KR" dirty="0"/>
              <a:t>.)</a:t>
            </a:r>
            <a:endParaRPr lang="ko-KR" altLang="en-US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BD069DC-B8F3-A49B-BD2C-B4C7304E7BD7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6C9F856-C2BE-123C-28FC-F96A0ED4AF9B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5EAA385-73C4-1E4B-958C-691B8D5633A0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4248089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781</Words>
  <Application>Microsoft Office PowerPoint</Application>
  <PresentationFormat>와이드스크린</PresentationFormat>
  <Paragraphs>106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18</cp:revision>
  <dcterms:created xsi:type="dcterms:W3CDTF">2026-03-10T17:23:29Z</dcterms:created>
  <dcterms:modified xsi:type="dcterms:W3CDTF">2026-06-09T02:51:36Z</dcterms:modified>
</cp:coreProperties>
</file>