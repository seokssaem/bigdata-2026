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5" r:id="rId3"/>
    <p:sldId id="268" r:id="rId4"/>
    <p:sldId id="270" r:id="rId5"/>
    <p:sldId id="266" r:id="rId6"/>
    <p:sldId id="267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78A600-1F61-4E7F-31E1-C0E6D367FB21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98EE10-F3D4-2D3B-6D77-8066A8B09DC9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8C5B5D9F-F108-E778-793A-31A4C2794E59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F5A431D1-E471-3192-F561-199972BB3B18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UI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NCS)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704D5E6D-34F4-78EB-829B-1AA3758D3743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분석 플랫폼 UI 구현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  (비 NCS)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분석 플랫폼 UI 구현  (비NCS  |  포트폴리오 100점)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GitHub Repository  → 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Branch Push</a:t>
            </a:r>
            <a:endParaRPr lang="en-US" alt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dirty="0"/>
              <a:t>김동욱</a:t>
            </a:r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/>
              <a:t>2026</a:t>
            </a:r>
            <a:r>
              <a:rPr lang="ko-KR" altLang="en-US" dirty="0"/>
              <a:t>년 </a:t>
            </a:r>
            <a:r>
              <a:rPr lang="en-US" altLang="ko-KR" dirty="0"/>
              <a:t>06</a:t>
            </a:r>
            <a:r>
              <a:rPr lang="ko-KR" altLang="en-US" dirty="0"/>
              <a:t>월 </a:t>
            </a:r>
            <a:r>
              <a:rPr lang="en-US" altLang="ko-KR" dirty="0"/>
              <a:t>26</a:t>
            </a:r>
            <a:r>
              <a:rPr lang="ko-KR" altLang="en-US" dirty="0"/>
              <a:t>일</a:t>
            </a:r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 err="1"/>
              <a:t>KimDonguk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599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06_빅데이터분석플랫폼UI구현_이름.pptx  (index.html, style.css, README.md 포함)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분석 플랫폼 UI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8444B1E1-0742-4357-9D34-8EB4DD0CD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209" y="0"/>
            <a:ext cx="10761582" cy="651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42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22F3A1-15BA-4953-881C-A8E589250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24" y="0"/>
            <a:ext cx="10707752" cy="650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10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74B942-5CE9-4E3A-8DA2-C5C27D79E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81" y="0"/>
            <a:ext cx="10694238" cy="651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209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B4E62CE-1993-4C6B-BC77-14E912DB2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383" y="0"/>
            <a:ext cx="7643233" cy="652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9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7CA52B4-9FE5-485A-AA21-4B109A84C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6015" y="-1"/>
            <a:ext cx="3437361" cy="65266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832F659-DDEB-4B63-87F7-75E26ED41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74" y="0"/>
            <a:ext cx="5770766" cy="652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27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120</Words>
  <Application>Microsoft Office PowerPoint</Application>
  <PresentationFormat>와이드스크린</PresentationFormat>
  <Paragraphs>14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14</cp:revision>
  <dcterms:created xsi:type="dcterms:W3CDTF">2026-03-10T17:23:29Z</dcterms:created>
  <dcterms:modified xsi:type="dcterms:W3CDTF">2026-06-26T06:42:50Z</dcterms:modified>
</cp:coreProperties>
</file>