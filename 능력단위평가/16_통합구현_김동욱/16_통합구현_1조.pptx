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구현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/>
              <a:t>김동욱 </a:t>
            </a:r>
            <a:r>
              <a:rPr lang="en-US" altLang="ko-KR" sz="1800"/>
              <a:t>(1</a:t>
            </a:r>
            <a:r>
              <a:rPr lang="ko-KR" altLang="en-US" sz="1800"/>
              <a:t>조 </a:t>
            </a:r>
            <a:r>
              <a:rPr lang="en-US" altLang="ko-KR" sz="1800"/>
              <a:t>: </a:t>
            </a:r>
            <a:r>
              <a:rPr lang="ko-KR" altLang="en-US" sz="1800"/>
              <a:t>김기완</a:t>
            </a:r>
            <a:r>
              <a:rPr lang="en-US" altLang="ko-KR" sz="1800"/>
              <a:t>, </a:t>
            </a:r>
            <a:r>
              <a:rPr lang="ko-KR" altLang="en-US" sz="1800"/>
              <a:t>김나현</a:t>
            </a:r>
            <a:r>
              <a:rPr lang="en-US" altLang="ko-KR" sz="1800"/>
              <a:t>, </a:t>
            </a:r>
            <a:r>
              <a:rPr lang="ko-KR" altLang="en-US" sz="1800"/>
              <a:t>김동욱</a:t>
            </a:r>
            <a:r>
              <a:rPr lang="en-US" altLang="ko-KR" sz="1800"/>
              <a:t>)</a:t>
            </a:r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800"/>
              <a:t>2026-09-07</a:t>
            </a: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800"/>
              <a:t>KimDonguk</a:t>
            </a: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>
              <a:lnSpc>
                <a:spcPct val="140000"/>
              </a:lnSpc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16_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통합구현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팀명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포함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zip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통합구현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dirty="0"/>
                <a:t>2001020206_23v6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CCC26E3-DBDB-4615-B15F-AFA3D4EC0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412" y="714375"/>
            <a:ext cx="10163175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3DAAB71-1D69-4C69-8ACE-6F8BDE082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341" y="0"/>
            <a:ext cx="8577318" cy="653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708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4FD5AF-ACB8-49B0-AD7E-06B612E12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46" y="668948"/>
            <a:ext cx="11719107" cy="55201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BB37E2-A662-48FD-9E17-7E2995023127}"/>
              </a:ext>
            </a:extLst>
          </p:cNvPr>
          <p:cNvSpPr txBox="1"/>
          <p:nvPr/>
        </p:nvSpPr>
        <p:spPr>
          <a:xfrm>
            <a:off x="236446" y="327171"/>
            <a:ext cx="2712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http://localhost:8000/docs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FD6450F-E483-49E2-ACFF-59F9DA041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164" y="348269"/>
            <a:ext cx="7041671" cy="61614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52CCF7-ED1E-4095-85E2-167339E28ABA}"/>
              </a:ext>
            </a:extLst>
          </p:cNvPr>
          <p:cNvSpPr txBox="1"/>
          <p:nvPr/>
        </p:nvSpPr>
        <p:spPr>
          <a:xfrm>
            <a:off x="2575164" y="8389"/>
            <a:ext cx="3176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http://localhost:8501/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841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87</Words>
  <Application>Microsoft Office PowerPoint</Application>
  <PresentationFormat>와이드스크린</PresentationFormat>
  <Paragraphs>15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29</cp:revision>
  <dcterms:created xsi:type="dcterms:W3CDTF">2026-03-10T17:23:29Z</dcterms:created>
  <dcterms:modified xsi:type="dcterms:W3CDTF">2026-09-07T06:45:57Z</dcterms:modified>
</cp:coreProperties>
</file>