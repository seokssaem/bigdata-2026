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05</a:t>
            </a:r>
            <a:r>
              <a:rPr lang="ko-KR" altLang="en-US" dirty="0"/>
              <a:t>월 </a:t>
            </a:r>
            <a:r>
              <a:rPr lang="en-US" altLang="ko-KR" dirty="0"/>
              <a:t>21</a:t>
            </a:r>
            <a:r>
              <a:rPr lang="ko-KR" altLang="en-US" dirty="0"/>
              <a:t>일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274320" y="1191237"/>
            <a:ext cx="5623560" cy="510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/>
              <a:t>미들웨어 </a:t>
            </a:r>
            <a:r>
              <a:rPr lang="en-US" altLang="ko-KR" sz="1100" dirty="0"/>
              <a:t>: </a:t>
            </a:r>
            <a:r>
              <a:rPr lang="ko-KR" altLang="en-US" sz="1100" dirty="0"/>
              <a:t>두 지점</a:t>
            </a:r>
            <a:r>
              <a:rPr lang="en-US" altLang="ko-KR" sz="1100" dirty="0"/>
              <a:t>, </a:t>
            </a:r>
            <a:r>
              <a:rPr lang="ko-KR" altLang="en-US" sz="1100" dirty="0"/>
              <a:t>두 부분을 연결하는 중간 매개체 역할</a:t>
            </a:r>
            <a:endParaRPr lang="en-US" altLang="ko-KR" sz="1100" dirty="0"/>
          </a:p>
          <a:p>
            <a:pPr marL="0" indent="0" algn="ctr">
              <a:buNone/>
            </a:pP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예시 </a:t>
            </a:r>
            <a:r>
              <a:rPr lang="en-US" altLang="ko-KR" sz="1100" dirty="0"/>
              <a:t>: </a:t>
            </a:r>
            <a:r>
              <a:rPr lang="ko-KR" altLang="en-US" sz="1100" dirty="0"/>
              <a:t>넓은 의미로 보자면</a:t>
            </a:r>
            <a:r>
              <a:rPr lang="en-US" altLang="ko-KR" sz="1100" dirty="0"/>
              <a:t>, </a:t>
            </a:r>
            <a:r>
              <a:rPr lang="ko-KR" altLang="en-US" sz="1100" dirty="0"/>
              <a:t>비행기를 타고 출국을 할 때</a:t>
            </a:r>
            <a:r>
              <a:rPr lang="en-US" altLang="ko-KR" sz="1100" dirty="0"/>
              <a:t>,</a:t>
            </a:r>
          </a:p>
          <a:p>
            <a:pPr marL="0" indent="0" algn="ctr">
              <a:buNone/>
            </a:pPr>
            <a:r>
              <a:rPr lang="ko-KR" altLang="en-US" sz="1100" dirty="0"/>
              <a:t>비행기 표 예매</a:t>
            </a:r>
            <a:r>
              <a:rPr lang="en-US" altLang="ko-KR" sz="1100" dirty="0"/>
              <a:t>, </a:t>
            </a:r>
            <a:r>
              <a:rPr lang="ko-KR" altLang="en-US" sz="1100" dirty="0"/>
              <a:t>여권 발급</a:t>
            </a:r>
            <a:r>
              <a:rPr lang="en-US" altLang="ko-KR" sz="1100" dirty="0"/>
              <a:t>, </a:t>
            </a:r>
            <a:r>
              <a:rPr lang="ko-KR" altLang="en-US" sz="1100" dirty="0"/>
              <a:t>여권 심사</a:t>
            </a:r>
            <a:r>
              <a:rPr lang="en-US" altLang="ko-KR" sz="1100" dirty="0"/>
              <a:t>, </a:t>
            </a:r>
            <a:r>
              <a:rPr lang="ko-KR" altLang="en-US" sz="1100" dirty="0"/>
              <a:t>세관 통과</a:t>
            </a:r>
            <a:r>
              <a:rPr lang="en-US" altLang="ko-KR" sz="1100" dirty="0"/>
              <a:t>, </a:t>
            </a:r>
            <a:r>
              <a:rPr lang="ko-KR" altLang="en-US" sz="1100" dirty="0"/>
              <a:t>비행기 탑승</a:t>
            </a:r>
            <a:r>
              <a:rPr lang="en-US" altLang="ko-KR" sz="1100" dirty="0"/>
              <a:t>, </a:t>
            </a:r>
            <a:r>
              <a:rPr lang="ko-KR" altLang="en-US" sz="1100" dirty="0"/>
              <a:t>비행기 이동</a:t>
            </a:r>
            <a:r>
              <a:rPr lang="en-US" altLang="ko-KR" sz="1100" dirty="0"/>
              <a:t> </a:t>
            </a:r>
            <a:r>
              <a:rPr lang="ko-KR" altLang="en-US" sz="1100" dirty="0"/>
              <a:t>등등의</a:t>
            </a:r>
            <a:br>
              <a:rPr lang="en-US" altLang="ko-KR" sz="1100" dirty="0"/>
            </a:br>
            <a:r>
              <a:rPr lang="ko-KR" altLang="en-US" sz="1100" dirty="0"/>
              <a:t>과정들이 모두 미들웨어라고 할 수 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각각의 역할에서는 그것이 </a:t>
            </a:r>
            <a:r>
              <a:rPr lang="ko-KR" altLang="en-US" sz="1100" dirty="0" err="1"/>
              <a:t>메인이지만</a:t>
            </a:r>
            <a:r>
              <a:rPr lang="en-US" altLang="ko-KR" sz="1100" dirty="0"/>
              <a:t>, </a:t>
            </a:r>
            <a:r>
              <a:rPr lang="ko-KR" altLang="en-US" sz="1100" dirty="0"/>
              <a:t>즉 세관에서는 세관업무가 </a:t>
            </a:r>
            <a:r>
              <a:rPr lang="ko-KR" altLang="en-US" sz="1100" dirty="0" err="1"/>
              <a:t>메인이지만</a:t>
            </a:r>
            <a:br>
              <a:rPr lang="en-US" altLang="ko-KR" sz="1100" dirty="0"/>
            </a:br>
            <a:r>
              <a:rPr lang="ko-KR" altLang="en-US" sz="1100" dirty="0"/>
              <a:t>전체 출국 수속과정에서 보자면 그것은 미들웨어가 될 수 있는 것이다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endParaRPr lang="en-US" altLang="ko-KR" sz="1100" dirty="0"/>
          </a:p>
          <a:p>
            <a:pPr marL="0" indent="0" algn="ctr">
              <a:buNone/>
            </a:pPr>
            <a:r>
              <a:rPr lang="en-US" altLang="ko-KR" sz="1100" dirty="0"/>
              <a:t>IT </a:t>
            </a:r>
            <a:r>
              <a:rPr lang="ko-KR" altLang="en-US" sz="1100" dirty="0"/>
              <a:t>계열로 보자면 로그인 인증 과정을 생각할 수 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네이버를 예로 들자면 로그인 인증 과정을 거치면</a:t>
            </a:r>
            <a:br>
              <a:rPr lang="en-US" altLang="ko-KR" sz="1100" dirty="0"/>
            </a:br>
            <a:r>
              <a:rPr lang="ko-KR" altLang="en-US" sz="1100" dirty="0"/>
              <a:t>회원 인증이 되어 이메일이나 카페</a:t>
            </a:r>
            <a:r>
              <a:rPr lang="en-US" altLang="ko-KR" sz="1100" dirty="0"/>
              <a:t>, </a:t>
            </a:r>
            <a:r>
              <a:rPr lang="ko-KR" altLang="en-US" sz="1100" dirty="0"/>
              <a:t>블로그</a:t>
            </a:r>
            <a:r>
              <a:rPr lang="en-US" altLang="ko-KR" sz="1100" dirty="0"/>
              <a:t>, </a:t>
            </a:r>
            <a:r>
              <a:rPr lang="ko-KR" altLang="en-US" sz="1100" dirty="0"/>
              <a:t>쇼핑 등이 가능하다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r>
              <a:rPr lang="ko-KR" altLang="en-US" sz="1100" dirty="0"/>
              <a:t>만약 </a:t>
            </a:r>
            <a:r>
              <a:rPr lang="ko-KR" altLang="en-US" sz="1100" dirty="0" err="1"/>
              <a:t>미들웨어로써의</a:t>
            </a:r>
            <a:r>
              <a:rPr lang="ko-KR" altLang="en-US" sz="1100" dirty="0"/>
              <a:t> 로그인 과정이 없다면</a:t>
            </a: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이메일을 사용할 때</a:t>
            </a:r>
            <a:r>
              <a:rPr lang="en-US" altLang="ko-KR" sz="1100" dirty="0"/>
              <a:t>, </a:t>
            </a:r>
            <a:r>
              <a:rPr lang="ko-KR" altLang="en-US" sz="1100" dirty="0"/>
              <a:t>카페를 사용할 때</a:t>
            </a:r>
            <a:r>
              <a:rPr lang="en-US" altLang="ko-KR" sz="1100" dirty="0"/>
              <a:t>, </a:t>
            </a:r>
            <a:r>
              <a:rPr lang="ko-KR" altLang="en-US" sz="1100" dirty="0"/>
              <a:t>블로그를 사용할 때</a:t>
            </a:r>
            <a:r>
              <a:rPr lang="en-US" altLang="ko-KR" sz="1100" dirty="0"/>
              <a:t> </a:t>
            </a:r>
            <a:r>
              <a:rPr lang="ko-KR" altLang="en-US" sz="1100" dirty="0"/>
              <a:t>등</a:t>
            </a:r>
            <a:br>
              <a:rPr lang="en-US" altLang="ko-KR" sz="1100" dirty="0"/>
            </a:br>
            <a:r>
              <a:rPr lang="ko-KR" altLang="en-US" sz="1100" dirty="0"/>
              <a:t>어떤 기능을 사용할 때마다 각각의 인증과정을 거쳐야 할 것이다</a:t>
            </a:r>
            <a:r>
              <a:rPr lang="en-US" altLang="ko-KR" sz="1100" dirty="0"/>
              <a:t>.</a:t>
            </a:r>
          </a:p>
          <a:p>
            <a:pPr marL="0" indent="0" algn="ctr">
              <a:buNone/>
            </a:pPr>
            <a:endParaRPr lang="en-US" altLang="ko-KR" sz="1100" dirty="0"/>
          </a:p>
          <a:p>
            <a:pPr marL="0" indent="0" algn="ctr">
              <a:buNone/>
            </a:pPr>
            <a:r>
              <a:rPr lang="ko-KR" altLang="en-US" sz="1100" dirty="0"/>
              <a:t>코드와 코드</a:t>
            </a:r>
            <a:r>
              <a:rPr lang="en-US" altLang="ko-KR" sz="1100" dirty="0"/>
              <a:t>, OS</a:t>
            </a:r>
            <a:r>
              <a:rPr lang="ko-KR" altLang="en-US" sz="1100" dirty="0"/>
              <a:t>와 프로그램 등 어떤 부분과 어떤 부분을 연결해주는 역할을 한다</a:t>
            </a:r>
            <a:r>
              <a:rPr lang="en-US" altLang="ko-KR" sz="1100" dirty="0"/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 anchor="ctr"/>
          <a:lstStyle/>
          <a:p>
            <a:r>
              <a:rPr lang="ko-KR" altLang="en-US" dirty="0"/>
              <a:t>미들웨어가 필요한 이유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미들웨어가 있음으로 절차가 편리하다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하나의 예를 들자면 로그인 과정을 생각해보면</a:t>
            </a:r>
            <a:endParaRPr lang="en-US" altLang="ko-KR" dirty="0"/>
          </a:p>
          <a:p>
            <a:r>
              <a:rPr lang="ko-KR" altLang="en-US" dirty="0"/>
              <a:t>네이버 로그인을 한번만 하면</a:t>
            </a:r>
            <a:r>
              <a:rPr lang="en-US" altLang="ko-KR" dirty="0"/>
              <a:t>, </a:t>
            </a:r>
            <a:r>
              <a:rPr lang="ko-KR" altLang="en-US" dirty="0"/>
              <a:t>네이버의 모든 기능을 사용할 수 있다</a:t>
            </a:r>
            <a:r>
              <a:rPr lang="en-US" altLang="ko-KR" dirty="0"/>
              <a:t>. </a:t>
            </a:r>
            <a:r>
              <a:rPr lang="ko-KR" altLang="en-US"/>
              <a:t>하지만 </a:t>
            </a:r>
            <a:r>
              <a:rPr lang="ko-KR" altLang="en-US" dirty="0"/>
              <a:t>로그인을 통한 본인 인증이라는 미들웨어가 없다면 각 기능을 사용할 때마다 각각의 </a:t>
            </a:r>
            <a:r>
              <a:rPr lang="ko-KR" altLang="en-US"/>
              <a:t>방법으로 본인 </a:t>
            </a:r>
            <a:r>
              <a:rPr lang="ko-KR" altLang="en-US" dirty="0"/>
              <a:t>인증을 해야 하는 불편함이 생길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 anchor="ctr"/>
          <a:lstStyle/>
          <a:p>
            <a:r>
              <a:rPr lang="ko-KR" altLang="en-US" dirty="0"/>
              <a:t>미들웨어가 필요한 이유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유지보수 및 수정이 용이하다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예시를 들자면</a:t>
            </a:r>
            <a:r>
              <a:rPr lang="en-US" altLang="ko-KR" dirty="0"/>
              <a:t> </a:t>
            </a:r>
            <a:r>
              <a:rPr lang="ko-KR" altLang="en-US" dirty="0"/>
              <a:t>여러 사이트에서 휴대폰 인증을 통해</a:t>
            </a:r>
            <a:br>
              <a:rPr lang="en-US" altLang="ko-KR" dirty="0"/>
            </a:br>
            <a:r>
              <a:rPr lang="ko-KR" altLang="en-US" dirty="0"/>
              <a:t>성인 인증을 해야 하는 절차가 있다고 한다면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성인이라는 기준은 국가의 법에 따라 달라진다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미들웨어가 없다면</a:t>
            </a:r>
            <a:r>
              <a:rPr lang="en-US" altLang="ko-KR" dirty="0"/>
              <a:t> </a:t>
            </a:r>
            <a:r>
              <a:rPr lang="ko-KR" altLang="en-US" dirty="0"/>
              <a:t>국가의 법 개정으로 성인의 기준이 변경된다면</a:t>
            </a:r>
            <a:r>
              <a:rPr lang="en-US" altLang="ko-KR" dirty="0"/>
              <a:t> </a:t>
            </a:r>
            <a:r>
              <a:rPr lang="ko-KR" altLang="en-US" dirty="0"/>
              <a:t>성인 인증 절차라는 과정을 각각의 사이트에서 모두 수정해야 할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휴대폰 인증이라는 미들웨어를 통해서</a:t>
            </a:r>
            <a:br>
              <a:rPr lang="en-US" altLang="ko-KR" dirty="0"/>
            </a:br>
            <a:r>
              <a:rPr lang="ko-KR" altLang="en-US" dirty="0"/>
              <a:t>성인 인증을 한다면</a:t>
            </a:r>
            <a:r>
              <a:rPr lang="en-US" altLang="ko-KR" dirty="0"/>
              <a:t> </a:t>
            </a:r>
            <a:r>
              <a:rPr lang="ko-KR" altLang="en-US" dirty="0"/>
              <a:t>휴대폰 인증의 기준을</a:t>
            </a:r>
            <a:br>
              <a:rPr lang="en-US" altLang="ko-KR" dirty="0"/>
            </a:br>
            <a:r>
              <a:rPr lang="ko-KR" altLang="en-US" dirty="0"/>
              <a:t>법 개정에 따라 수정하여 여러 사이트에서</a:t>
            </a:r>
            <a:br>
              <a:rPr lang="en-US" altLang="ko-KR" dirty="0"/>
            </a:br>
            <a:r>
              <a:rPr lang="ko-KR" altLang="en-US" dirty="0"/>
              <a:t>모두 적용할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코드에 오류가 발생하더라도 미들웨어의 오류라면</a:t>
            </a:r>
            <a:br>
              <a:rPr lang="en-US" altLang="ko-KR" dirty="0"/>
            </a:br>
            <a:r>
              <a:rPr lang="ko-KR" altLang="en-US" dirty="0"/>
              <a:t>미들웨어만 수정하면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75BE54-FF08-435C-81A0-63AD1147B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470" y="2018911"/>
            <a:ext cx="2115314" cy="57612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E45B000-27C3-45B7-A74F-E43A62F78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878" y="4475324"/>
            <a:ext cx="2139696" cy="68945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C54EBAD2-6A3C-494E-B85E-D97122D02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862" y="1990085"/>
            <a:ext cx="2111543" cy="54153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10659D6-5529-4E2F-A729-F0D0F45BE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702" y="2055331"/>
            <a:ext cx="2111547" cy="54153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4845F7C0-DC65-4CE3-B974-E33E38A15B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4459898"/>
            <a:ext cx="2140659" cy="662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95918A-FA90-4030-BA02-85EA4072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649" y="701793"/>
            <a:ext cx="8042781" cy="51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DF9611F-9E0A-4D48-9CFA-F2ABFB8C1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09573"/>
            <a:ext cx="5806440" cy="98345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0792A65-AA9D-432F-A269-21720165B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1" y="3695564"/>
            <a:ext cx="5808789" cy="811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855</Words>
  <Application>Microsoft Office PowerPoint</Application>
  <PresentationFormat>와이드스크린</PresentationFormat>
  <Paragraphs>102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19</cp:revision>
  <dcterms:created xsi:type="dcterms:W3CDTF">2026-03-10T16:20:31Z</dcterms:created>
  <dcterms:modified xsi:type="dcterms:W3CDTF">2026-05-21T01:22:58Z</dcterms:modified>
</cp:coreProperties>
</file>