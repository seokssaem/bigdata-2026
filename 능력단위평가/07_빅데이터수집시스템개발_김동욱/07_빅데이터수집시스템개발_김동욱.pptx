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07</a:t>
            </a:r>
            <a:r>
              <a:rPr lang="ko-KR" altLang="en-US" dirty="0"/>
              <a:t>월 </a:t>
            </a:r>
            <a:r>
              <a:rPr lang="en-US" altLang="ko-KR" dirty="0"/>
              <a:t>03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9714ED9-5898-4015-9B77-BBDB0337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999" y="141348"/>
            <a:ext cx="3048425" cy="62587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003D6D-C30B-4852-806A-6D3BDF03C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3" y="117532"/>
            <a:ext cx="5820587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442EAA-3CB5-4679-B258-70A4E150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173552"/>
            <a:ext cx="7744906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98</Words>
  <Application>Microsoft Office PowerPoint</Application>
  <PresentationFormat>와이드스크린</PresentationFormat>
  <Paragraphs>13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2026-07-03T05:43:18Z</dcterms:modified>
</cp:coreProperties>
</file>