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데이터 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전처리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dirty="0"/>
              <a:t>김동욱</a:t>
            </a:r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dirty="0"/>
              <a:t>2026-07-28</a:t>
            </a:r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/>
              <a:t>KimDonguk</a:t>
            </a: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분석데이터전처리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README.md, 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ipynb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, prj_data_cleaned.csv</a:t>
            </a:r>
          </a:p>
          <a:p>
            <a:pPr fontAlgn="base" latinLnBrk="1"/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				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분석 데이터 </a:t>
              </a:r>
              <a:r>
                <a:rPr lang="ko-KR" alt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전처리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[2001010510_21v4]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65FB20F-9B9C-4A81-BB6D-FD7E49B88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285" y="1476102"/>
            <a:ext cx="6125430" cy="39057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8E5FF0-CFF6-4B38-8F0B-B826281E986C}"/>
              </a:ext>
            </a:extLst>
          </p:cNvPr>
          <p:cNvSpPr txBox="1"/>
          <p:nvPr/>
        </p:nvSpPr>
        <p:spPr>
          <a:xfrm>
            <a:off x="142613" y="419450"/>
            <a:ext cx="12049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결측치</a:t>
            </a:r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처리 전</a:t>
            </a:r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 데이터 비교</a:t>
            </a:r>
          </a:p>
        </p:txBody>
      </p: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AFF540A-A7AF-4CC0-9F0A-1196A26B3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39" y="1223906"/>
            <a:ext cx="10880521" cy="52384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097AA4-9E65-4E16-9C32-4E87698E7E17}"/>
              </a:ext>
            </a:extLst>
          </p:cNvPr>
          <p:cNvSpPr txBox="1"/>
          <p:nvPr/>
        </p:nvSpPr>
        <p:spPr>
          <a:xfrm>
            <a:off x="142613" y="419450"/>
            <a:ext cx="12049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이상치 처리 전</a:t>
            </a:r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 데이터 비교</a:t>
            </a:r>
          </a:p>
        </p:txBody>
      </p:sp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C393991-152C-441A-ABAE-1C2C555BF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546" y="1885734"/>
            <a:ext cx="8468907" cy="30865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BBF91E-2D74-4ED0-A8C3-4563F7E60BB6}"/>
              </a:ext>
            </a:extLst>
          </p:cNvPr>
          <p:cNvSpPr txBox="1"/>
          <p:nvPr/>
        </p:nvSpPr>
        <p:spPr>
          <a:xfrm>
            <a:off x="142613" y="419450"/>
            <a:ext cx="12049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인코딩 전</a:t>
            </a:r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 데이터프레임 형태 비교</a:t>
            </a:r>
          </a:p>
        </p:txBody>
      </p:sp>
    </p:spTree>
    <p:extLst>
      <p:ext uri="{BB962C8B-B14F-4D97-AF65-F5344CB8AC3E}">
        <p14:creationId xmlns:p14="http://schemas.microsoft.com/office/powerpoint/2010/main" val="1905724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8A25EE-4A3C-420B-81B3-5FF07CE77B50}"/>
              </a:ext>
            </a:extLst>
          </p:cNvPr>
          <p:cNvSpPr txBox="1"/>
          <p:nvPr/>
        </p:nvSpPr>
        <p:spPr>
          <a:xfrm>
            <a:off x="142613" y="419450"/>
            <a:ext cx="12049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스케일링 전</a:t>
            </a:r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 데이터프레임 비교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4BCDA0-2842-46C2-A21E-53D0AE7B6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79" y="1080758"/>
            <a:ext cx="11642053" cy="535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974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D0EB5DE-8AA5-478B-A9E8-7FD03423A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59" y="2185116"/>
            <a:ext cx="11691281" cy="33348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D57061-F191-4AC3-8489-F373265527B4}"/>
              </a:ext>
            </a:extLst>
          </p:cNvPr>
          <p:cNvSpPr txBox="1"/>
          <p:nvPr/>
        </p:nvSpPr>
        <p:spPr>
          <a:xfrm>
            <a:off x="142613" y="419450"/>
            <a:ext cx="12049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전처리</a:t>
            </a:r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완료 데이터 </a:t>
            </a:r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CSV </a:t>
            </a:r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 파일 확인</a:t>
            </a:r>
          </a:p>
        </p:txBody>
      </p:sp>
    </p:spTree>
    <p:extLst>
      <p:ext uri="{BB962C8B-B14F-4D97-AF65-F5344CB8AC3E}">
        <p14:creationId xmlns:p14="http://schemas.microsoft.com/office/powerpoint/2010/main" val="2949854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118</Words>
  <Application>Microsoft Office PowerPoint</Application>
  <PresentationFormat>와이드스크린</PresentationFormat>
  <Paragraphs>19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23</cp:revision>
  <dcterms:created xsi:type="dcterms:W3CDTF">2026-03-10T17:23:29Z</dcterms:created>
  <dcterms:modified xsi:type="dcterms:W3CDTF">2026-07-28T06:27:59Z</dcterms:modified>
</cp:coreProperties>
</file>