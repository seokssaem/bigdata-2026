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2026-07-28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4AFBA5-C177-4331-84AF-9128B91B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12" y="356759"/>
            <a:ext cx="5563376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04D9CC-71C3-4E6F-8FEC-04882090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33" y="485364"/>
            <a:ext cx="5620534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B82E0A4-74C6-45A6-B1A5-9F4BD495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85285"/>
            <a:ext cx="8592749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5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8AAAFE-3E70-45E7-BDC8-F09491D60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490127"/>
            <a:ext cx="5677692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83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444B3FD-48C1-4710-A763-97DBEFFF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364" y="518706"/>
            <a:ext cx="5525271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49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69EB132-BBC0-4816-B69C-4354A4348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404390"/>
            <a:ext cx="6849431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1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280D2C-3EAD-43AB-B717-1FA81CA6B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54" y="523469"/>
            <a:ext cx="5134692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05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72</Words>
  <Application>Microsoft Office PowerPoint</Application>
  <PresentationFormat>와이드스크린</PresentationFormat>
  <Paragraphs>13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2026-07-28T08:24:03Z</dcterms:modified>
</cp:coreProperties>
</file>