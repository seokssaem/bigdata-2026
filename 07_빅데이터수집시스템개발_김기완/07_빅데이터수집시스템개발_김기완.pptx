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수집시스템 개발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김기완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2026-07-03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Kimgiwan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94360" y="489599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빅데이터수집시스템개발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collector.py, transformer.py, validator.py, output/collected_data.csv, README.md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 수집시스템 개발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 수집시스템 개발  (2001020903_24v3)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7C20446-22F1-4096-97D1-1D783F764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23" y="0"/>
            <a:ext cx="7659169" cy="249153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859CE11-CDFE-444C-B012-F73C403DF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23" y="2491530"/>
            <a:ext cx="7925906" cy="365204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709B172-87AD-44C2-B93B-EDA4B4CC1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3165" y="3920489"/>
            <a:ext cx="4668835" cy="222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15B9046-0EA9-4072-98FF-322A4B10D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55" y="0"/>
            <a:ext cx="5952145" cy="400993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4D638C9-58DF-4BCB-BCA6-F310CC675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"/>
            <a:ext cx="6096000" cy="400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D721EA0-32B6-4FA2-A26E-E94250281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01" y="0"/>
            <a:ext cx="8373644" cy="614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575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2AA694C-DD57-4DF2-9195-EEFCA31B7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07" y="0"/>
            <a:ext cx="7259063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86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E2F6E52-BC38-46EE-82BD-7D48C8B76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6" y="0"/>
            <a:ext cx="7582958" cy="603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910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123513A-EDE3-4439-9227-D5CBADC77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94" y="0"/>
            <a:ext cx="6630325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45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C0535D6-872C-41C9-8B4A-51A3F8098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02" y="0"/>
            <a:ext cx="12192000" cy="3230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762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1565336-7DDA-42E3-8F52-61BF53298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67" y="0"/>
            <a:ext cx="110809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374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92</Words>
  <Application>Microsoft Office PowerPoint</Application>
  <PresentationFormat>와이드스크린</PresentationFormat>
  <Paragraphs>10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17</cp:revision>
  <dcterms:created xsi:type="dcterms:W3CDTF">2026-03-10T17:23:29Z</dcterms:created>
  <dcterms:modified xsi:type="dcterms:W3CDTF">2026-07-03T01:53:02Z</dcterms:modified>
</cp:coreProperties>
</file>