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김수완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2026-07-10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KimSuWan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887975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빅데이터저장시스템개발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</a:t>
            </a:r>
            <a:r>
              <a:rPr lang="en-US" sz="10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altLang="ko-KR" sz="1000" dirty="0" err="1">
                <a:solidFill>
                  <a:srgbClr val="1F3864"/>
                </a:solidFill>
                <a:latin typeface="Consolas" pitchFamily="34" charset="0"/>
              </a:rPr>
              <a:t>postgreSQL</a:t>
            </a:r>
            <a:r>
              <a:rPr lang="ko-KR" altLang="en-US" sz="1000" dirty="0">
                <a:solidFill>
                  <a:srgbClr val="1F3864"/>
                </a:solidFill>
                <a:latin typeface="Consolas" pitchFamily="34" charset="0"/>
              </a:rPr>
              <a:t>에서 결과로 나온 테이블 </a:t>
            </a:r>
            <a:r>
              <a:rPr lang="ko-KR" altLang="en-US" sz="1000" dirty="0" err="1">
                <a:solidFill>
                  <a:srgbClr val="1F3864"/>
                </a:solidFill>
                <a:latin typeface="Consolas" pitchFamily="34" charset="0"/>
              </a:rPr>
              <a:t>캡쳐본</a:t>
            </a:r>
            <a:r>
              <a:rPr lang="ko-KR" altLang="en-US" sz="1000" dirty="0">
                <a:solidFill>
                  <a:srgbClr val="1F3864"/>
                </a:solidFill>
                <a:latin typeface="Consolas" pitchFamily="34" charset="0"/>
              </a:rPr>
              <a:t> </a:t>
            </a:r>
            <a:r>
              <a:rPr lang="ko-KR" altLang="en-US" sz="10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포함</a:t>
            </a:r>
            <a:r>
              <a:rPr lang="en-US" altLang="ko-KR" sz="10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models.py, database.py, loader.py, verify.py, pipeline.py, README.md(ERD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포함하면 추가 점수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) 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38137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저장</a:t>
              </a: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저장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시스템</a:t>
              </a: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sz="1100" i="1" dirty="0" err="1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개발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E94B86F-49CC-480F-AAF8-DAD31F39D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44" y="285226"/>
            <a:ext cx="5398726" cy="482786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68C2019-10B1-4A43-B100-81A95BD84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538" y="352337"/>
            <a:ext cx="5204804" cy="511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6C0E846-2002-409F-B506-B8428C243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85" y="360772"/>
            <a:ext cx="5397166" cy="583869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BAC0DDB-39AE-46C4-90CD-00280F44E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450" y="552937"/>
            <a:ext cx="4687851" cy="548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3843CAD-84F4-4107-8A2A-4B15FC774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19" y="394283"/>
            <a:ext cx="4632701" cy="517600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8D076FE-A199-44C5-BDAD-91DADCE62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824" y="282237"/>
            <a:ext cx="6553425" cy="397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880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109</Words>
  <Application>Microsoft Office PowerPoint</Application>
  <PresentationFormat>와이드스크린</PresentationFormat>
  <Paragraphs>11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17</cp:revision>
  <dcterms:created xsi:type="dcterms:W3CDTF">2026-03-10T17:23:29Z</dcterms:created>
  <dcterms:modified xsi:type="dcterms:W3CDTF">2026-07-10T03:04:56Z</dcterms:modified>
</cp:coreProperties>
</file>