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3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84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9E42-5D2E-C11C-2ABD-D795D8A0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34252-B91F-A59E-CC2D-E89865F35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DE3E4-6169-870E-C6F4-DC17B44AF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1998-0633-9469-58FC-EC126FA5A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49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개발자 환경 구축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부</a:t>
            </a:r>
            <a:r>
              <a:rPr 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평 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환경 구축 (2001020233_23v5</a:t>
            </a:r>
            <a:r>
              <a:rPr lang="en-US" altLang="ko-KR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27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방법: GitHub Repository → 본인 Branch Push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dirty="0"/>
              <a:t>김동욱</a:t>
            </a:r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 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19520" y="373888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05</a:t>
            </a:r>
            <a:r>
              <a:rPr lang="ko-KR" altLang="en-US" dirty="0"/>
              <a:t>월 </a:t>
            </a:r>
            <a:r>
              <a:rPr lang="en-US" altLang="ko-KR" dirty="0"/>
              <a:t>14</a:t>
            </a:r>
            <a:r>
              <a:rPr lang="ko-KR" altLang="en-US" dirty="0"/>
              <a:t>일</a:t>
            </a:r>
          </a:p>
        </p:txBody>
      </p:sp>
      <p:sp>
        <p:nvSpPr>
          <p:cNvPr id="14" name="Text 12"/>
          <p:cNvSpPr/>
          <p:nvPr/>
        </p:nvSpPr>
        <p:spPr>
          <a:xfrm>
            <a:off x="6456680" y="373888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제출일 : 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165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dirty="0" err="1"/>
              <a:t>KimDonguk</a:t>
            </a:r>
            <a:endParaRPr lang="ko-KR" altLang="en-US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7532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9D73A16-6A89-460A-B442-7F1D0A727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46107"/>
            <a:ext cx="3200400" cy="16002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7E7D208D-5D1F-48D8-85AD-F379C7ECD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892" y="1088136"/>
            <a:ext cx="3749040" cy="1532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B3C5218-56BF-4B1D-8574-49CEE78C7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244" y="1100632"/>
            <a:ext cx="3712981" cy="151950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34C6F93E-ED72-40C9-B5DE-292E7B51CE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572" y="2845230"/>
            <a:ext cx="2899655" cy="168105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E903991D-1F28-435F-9F38-CF2E6F0309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7912" y="2912644"/>
            <a:ext cx="3805695" cy="1535631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A46BD36-82C5-4D4F-9B94-B85ED842B3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8948" y="2850430"/>
            <a:ext cx="3389572" cy="16600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5FB6D-F008-445F-0412-58D8AA68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78C529-ED0F-9C66-1D43-4ABFF6EEDFF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AE9346-5517-8F25-6D88-BD0B2035D81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63F7D7-57FD-6A58-4DC3-F4BDA715E74B}"/>
              </a:ext>
            </a:extLst>
          </p:cNvPr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297367-74A5-4A80-E65E-0CBE7914FF5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48CEACC-46BF-53A2-4084-216855766112}"/>
              </a:ext>
            </a:extLst>
          </p:cNvPr>
          <p:cNvSpPr/>
          <p:nvPr/>
        </p:nvSpPr>
        <p:spPr>
          <a:xfrm>
            <a:off x="21183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CA60DD-1E9A-C000-4116-1260DBD6701E}"/>
              </a:ext>
            </a:extLst>
          </p:cNvPr>
          <p:cNvSpPr/>
          <p:nvPr/>
        </p:nvSpPr>
        <p:spPr>
          <a:xfrm>
            <a:off x="22098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F8014C6-2766-4771-E58F-B9DA3170FDF3}"/>
              </a:ext>
            </a:extLst>
          </p:cNvPr>
          <p:cNvSpPr/>
          <p:nvPr/>
        </p:nvSpPr>
        <p:spPr>
          <a:xfrm>
            <a:off x="61417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3B9BF0-0B5E-CC69-8D3A-FA77B6EC8E72}"/>
              </a:ext>
            </a:extLst>
          </p:cNvPr>
          <p:cNvSpPr/>
          <p:nvPr/>
        </p:nvSpPr>
        <p:spPr>
          <a:xfrm>
            <a:off x="62331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E533A7F-6672-0AAA-876B-9696F9DA2BC2}"/>
              </a:ext>
            </a:extLst>
          </p:cNvPr>
          <p:cNvSpPr/>
          <p:nvPr/>
        </p:nvSpPr>
        <p:spPr>
          <a:xfrm>
            <a:off x="21183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56921F-D994-58E2-48F5-0390298B4753}"/>
              </a:ext>
            </a:extLst>
          </p:cNvPr>
          <p:cNvSpPr/>
          <p:nvPr/>
        </p:nvSpPr>
        <p:spPr>
          <a:xfrm>
            <a:off x="22098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229B521-F55C-E8C8-AA54-AB92DC4D27D6}"/>
              </a:ext>
            </a:extLst>
          </p:cNvPr>
          <p:cNvSpPr/>
          <p:nvPr/>
        </p:nvSpPr>
        <p:spPr>
          <a:xfrm>
            <a:off x="61417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C105FC-A595-F304-1816-D3B1F9FB5B7A}"/>
              </a:ext>
            </a:extLst>
          </p:cNvPr>
          <p:cNvSpPr/>
          <p:nvPr/>
        </p:nvSpPr>
        <p:spPr>
          <a:xfrm>
            <a:off x="62331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487CAAD-B1B6-E320-143E-537C2E4BD083}"/>
              </a:ext>
            </a:extLst>
          </p:cNvPr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D56D9B1-AB5C-7289-D9B4-79094D1F09B9}"/>
              </a:ext>
            </a:extLst>
          </p:cNvPr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3166C5E-3F5A-578E-5610-2994418E4808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6B4F4E3-6AE5-5773-A19F-25F3A18488B0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5741B62-61D4-A433-84CB-E24B13F45574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FEA559B-7C69-40B9-907E-E379A3287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815" y="1188720"/>
            <a:ext cx="3681569" cy="132588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E58B12B-65CF-4966-AD89-184EAAAF6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299" y="1221362"/>
            <a:ext cx="3759321" cy="126177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F1C4C6A-8CF3-40E6-8D8D-415161926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5416" y="2880360"/>
            <a:ext cx="3526365" cy="16002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782D9E21-2880-4ADC-86C1-911588B7F9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013" y="2863722"/>
            <a:ext cx="2993891" cy="161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9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🐧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Linux 명령어 실행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Colab 또는 WSL 사용  |  Colab은 명령어 앞에 ! 붙이기  예) !pwd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" y="4663440"/>
            <a:ext cx="11795760" cy="411480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74320" y="46634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Google Colab 사용 시: !pwd, !</a:t>
            </a:r>
            <a:r>
              <a:rPr lang="en-US" sz="1100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mkdir</a:t>
            </a: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 명령어 앞에 ! 를 붙이세요.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9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8353BDAB-DB81-4DB2-AA8E-68509E15A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92" y="1331333"/>
            <a:ext cx="3808150" cy="103968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C6442ADA-6F6D-4F5A-AFF6-C3EA9559F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405089"/>
            <a:ext cx="3844050" cy="88522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ADA74A1-B858-438D-A7B6-CA71F9DED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455" y="1188720"/>
            <a:ext cx="3828388" cy="130675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7E6CC7C-3EBA-4D2D-A6DD-F8A0770D5D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692" y="3108960"/>
            <a:ext cx="3798773" cy="10905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F53347F1-38C1-4B3E-9A67-07CBAF6E8D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5610" y="3150368"/>
            <a:ext cx="3770300" cy="9187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파이썬 개발환경 구축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구축 과정의 결과를 캡처하여 순서대로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0312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Python 버전 확인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78024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78024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551176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가상환경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23744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18888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17"/>
          <p:cNvSpPr/>
          <p:nvPr/>
        </p:nvSpPr>
        <p:spPr>
          <a:xfrm>
            <a:off x="4818888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가상환경 활성화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9752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159752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232904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VS Code + Python 확장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05472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00616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Shape 29"/>
          <p:cNvSpPr/>
          <p:nvPr/>
        </p:nvSpPr>
        <p:spPr>
          <a:xfrm>
            <a:off x="9500616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573768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hello_exam.py 실행 결과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46336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" y="3291840"/>
            <a:ext cx="11795760" cy="128016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74320" y="3291840"/>
            <a:ext cx="1161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최종 실행 결과 전체 화면 캡처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(VS Code 터미널에서 hello_exam.py 실행 → Hello, Exam! 출력 확인)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7160" y="4709160"/>
            <a:ext cx="11795760" cy="384048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74320" y="470916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가상환경 활성화 후 터미널 앞에 (exam_env) 표시 여부를 반드시 확인하고 캡처하세요.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9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EEC50746-8681-40FD-A4C6-D74B5287A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07" y="1740978"/>
            <a:ext cx="2111505" cy="759588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68A84FEC-B0C8-4479-B1AB-1FC260CEC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566557"/>
            <a:ext cx="2130552" cy="1123932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886993C4-E0A4-4744-92CF-BA38188FD2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1" y="1874876"/>
            <a:ext cx="2139696" cy="41991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F1B0FD7D-F2A6-44F6-9E00-C1EDCB3B9E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872" y="1443016"/>
            <a:ext cx="1187759" cy="1371013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B6BF59A1-84DB-4C84-8C4A-A190128DDE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3768" y="1966999"/>
            <a:ext cx="2135568" cy="235665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D3E861C7-C637-4242-AB17-BDAA0D9D2C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5034" y="3291840"/>
            <a:ext cx="2153707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제출 방법 — GitHub Branch Push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PPT 파일을 아래 절차에 따라 GitHub에 Push하시오.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60704"/>
            <a:ext cx="11713464" cy="276352"/>
          </a:xfrm>
          <a:prstGeom prst="rect">
            <a:avLst/>
          </a:prstGeom>
          <a:solidFill>
            <a:srgbClr val="EBF3FB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0109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Repository URL :  </a:t>
            </a:r>
            <a:r>
              <a:rPr lang="en-US" altLang="ko-KR" sz="1300" b="1" dirty="0">
                <a:solidFill>
                  <a:srgbClr val="1F3864"/>
                </a:solidFill>
                <a:latin typeface="Consolas" pitchFamily="34" charset="0"/>
              </a:rPr>
              <a:t>https://github.com/seokssaem/bigdata-2026.git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7160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8600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Repository Clone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6032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</a:t>
            </a:r>
            <a:r>
              <a:rPr lang="en-US" altLang="ko-KR" sz="1000" dirty="0">
                <a:solidFill>
                  <a:srgbClr val="333333"/>
                </a:solidFill>
                <a:latin typeface="Consolas" pitchFamily="34" charset="0"/>
              </a:rPr>
              <a:t>https://github.com/seokssaem/bigdata-2026.git</a:t>
            </a:r>
          </a:p>
        </p:txBody>
      </p:sp>
      <p:sp>
        <p:nvSpPr>
          <p:cNvPr id="13" name="Shape 11"/>
          <p:cNvSpPr/>
          <p:nvPr/>
        </p:nvSpPr>
        <p:spPr>
          <a:xfrm>
            <a:off x="4096512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096512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87952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Branch 생성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87952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215384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HongGilDong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87952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이름(영문)으로 Branch 생성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55864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55864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147304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Branch 이동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47304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174736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HongGilDong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47304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생성한 Branch로 이동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7160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28600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파일 추가 &amp; Stage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56032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PPT 파일을 폴더에 복사 후 실행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96512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096512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187952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Commit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87952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215384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"HongGilDong"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87952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Commit Message = 본인 이름(영문)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55864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055864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147304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 Push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47304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174736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HongGilDong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47304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Branch로 Push 완료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7160" y="4187952"/>
            <a:ext cx="11795760" cy="640080"/>
          </a:xfrm>
          <a:prstGeom prst="rect">
            <a:avLst/>
          </a:prstGeom>
          <a:solidFill>
            <a:srgbClr val="FFF9C4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82880" y="4187952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Branch 이름 = Commit Message = 본인 이름(영문)  으로 반드시 통일  |  업로드 파일명: 0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1_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개발자환경구축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이름</a:t>
            </a:r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_.pptx</a:t>
            </a:r>
          </a:p>
        </p:txBody>
      </p:sp>
      <p:sp>
        <p:nvSpPr>
          <p:cNvPr id="45" name="Shape 43"/>
          <p:cNvSpPr/>
          <p:nvPr/>
        </p:nvSpPr>
        <p:spPr>
          <a:xfrm>
            <a:off x="137160" y="4937760"/>
            <a:ext cx="11795760" cy="12344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274320" y="4937760"/>
            <a:ext cx="11612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GitHub Repository 화면 캡처 (본인 Branch와 파일 업로드 완료 화면)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Branch 클릭 → 업로드된 PPT 파일 확인 화면을 캡처하여 이 자리에 붙여넣으시오.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582</Words>
  <Application>Microsoft Office PowerPoint</Application>
  <PresentationFormat>사용자 지정</PresentationFormat>
  <Paragraphs>90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16</cp:revision>
  <dcterms:created xsi:type="dcterms:W3CDTF">2026-03-03T01:32:21Z</dcterms:created>
  <dcterms:modified xsi:type="dcterms:W3CDTF">2026-05-14T01:30:07Z</dcterms:modified>
</cp:coreProperties>
</file>