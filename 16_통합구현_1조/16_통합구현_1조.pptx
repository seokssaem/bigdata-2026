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구현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:2026-09-11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16_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통합구현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팀명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통합구현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2001020206_23v6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4BC56FA-8040-41CD-87FA-CF9B45E62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64" y="0"/>
            <a:ext cx="7227593" cy="62539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CE14D52-3AF8-4639-8F6A-E522780ED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682" y="134222"/>
            <a:ext cx="5365254" cy="408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83968F-BEBB-464B-A7E7-AB7BCD2B8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99" y="0"/>
            <a:ext cx="6106377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7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8AB8BD-6594-49BB-935D-EE6E804E1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55"/>
            <a:ext cx="6734891" cy="39763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DD5137-4505-4CAC-B50A-A75F69F89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840" y="75500"/>
            <a:ext cx="5835231" cy="41022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7746E69-D124-4B7B-A85A-B2663ADFA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27" y="4009937"/>
            <a:ext cx="6493079" cy="22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64</Words>
  <Application>Microsoft Office PowerPoint</Application>
  <PresentationFormat>와이드스크린</PresentationFormat>
  <Paragraphs>10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29</cp:revision>
  <dcterms:created xsi:type="dcterms:W3CDTF">2026-03-10T17:23:29Z</dcterms:created>
  <dcterms:modified xsi:type="dcterms:W3CDTF">2026-09-11T03:17:03Z</dcterms:modified>
</cp:coreProperties>
</file>