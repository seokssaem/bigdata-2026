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  (2001020426_23v4)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2026-06-17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No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05_빅데이터플랫폼아키텍처설계_이름.pptx,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05_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빅데이터플랫폼아키텍처설계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drawio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또는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05_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빅데이터플랫폼아키텍처설계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png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5B18C6D-8EB6-40E0-8E5D-74C9853CC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039" y="1689409"/>
            <a:ext cx="7173921" cy="4049633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4F836E51-0D67-4B8F-BD5A-68EE1891CC5B}"/>
              </a:ext>
            </a:extLst>
          </p:cNvPr>
          <p:cNvSpPr/>
          <p:nvPr/>
        </p:nvSpPr>
        <p:spPr>
          <a:xfrm>
            <a:off x="121640" y="0"/>
            <a:ext cx="12070359" cy="85567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36CC75-76BE-48FB-A708-5C506500494E}"/>
              </a:ext>
            </a:extLst>
          </p:cNvPr>
          <p:cNvSpPr txBox="1"/>
          <p:nvPr/>
        </p:nvSpPr>
        <p:spPr>
          <a:xfrm>
            <a:off x="121640" y="227783"/>
            <a:ext cx="3175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lang="ko-KR" altLang="en-US" sz="200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유스케이스</a:t>
            </a:r>
            <a:r>
              <a:rPr lang="ko-KR" altLang="en-US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다이어그램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89B796B8-E253-465B-A4D0-E93C5C740C5A}"/>
              </a:ext>
            </a:extLst>
          </p:cNvPr>
          <p:cNvSpPr/>
          <p:nvPr/>
        </p:nvSpPr>
        <p:spPr>
          <a:xfrm>
            <a:off x="121640" y="0"/>
            <a:ext cx="12070359" cy="85567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C9F40-6472-4577-81D8-9EF96BFA0881}"/>
              </a:ext>
            </a:extLst>
          </p:cNvPr>
          <p:cNvSpPr txBox="1"/>
          <p:nvPr/>
        </p:nvSpPr>
        <p:spPr>
          <a:xfrm>
            <a:off x="121640" y="227783"/>
            <a:ext cx="1808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sz="200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플로우차트</a:t>
            </a:r>
            <a:endParaRPr lang="ko-KR" altLang="en-US" sz="20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1715E7C-3208-489A-A23F-0845CC6E04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39328"/>
          <a:stretch/>
        </p:blipFill>
        <p:spPr>
          <a:xfrm>
            <a:off x="1251140" y="1442907"/>
            <a:ext cx="3879498" cy="416093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5E80479-FBD3-4D45-8A9A-E10F373859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488"/>
          <a:stretch/>
        </p:blipFill>
        <p:spPr>
          <a:xfrm>
            <a:off x="6664103" y="2208401"/>
            <a:ext cx="3879498" cy="339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107</Words>
  <Application>Microsoft Office PowerPoint</Application>
  <PresentationFormat>와이드스크린</PresentationFormat>
  <Paragraphs>13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HY견고딕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22</cp:revision>
  <dcterms:created xsi:type="dcterms:W3CDTF">2026-03-10T17:23:29Z</dcterms:created>
  <dcterms:modified xsi:type="dcterms:W3CDTF">2026-06-17T01:29:09Z</dcterms:modified>
</cp:coreProperties>
</file>