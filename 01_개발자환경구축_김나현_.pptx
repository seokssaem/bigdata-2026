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59" r:id="rId5"/>
    <p:sldId id="260" r:id="rId6"/>
    <p:sldId id="261" r:id="rId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84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9E42-5D2E-C11C-2ABD-D795D8A0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4252-B91F-A59E-CC2D-E89865F3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DE3E4-6169-870E-C6F4-DC17B44A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1998-0633-9469-58FC-EC126FA5A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64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개발자 환경 구축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부</a:t>
            </a:r>
            <a:r>
              <a:rPr 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평 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환경 구축 (2001020233_23v5</a:t>
            </a:r>
            <a:r>
              <a:rPr lang="en-US" altLang="ko-KR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방법: GitHub Repository → 본인 Branch Push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r>
              <a:rPr lang="en-US" altLang="ko-KR" dirty="0"/>
              <a:t>                   </a:t>
            </a:r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:  </a:t>
            </a:r>
            <a:r>
              <a:rPr lang="ko-KR" alt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김나현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19520" y="373888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56680" y="373888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2026 05 14 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11165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kimnahyeon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EC81338-0D92-4D36-B8DE-44B0EA4A7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31" y="1125313"/>
            <a:ext cx="2862737" cy="148072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D1A1211-8BAA-4080-BB21-71F4A5E6B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866921"/>
            <a:ext cx="3657600" cy="16593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63667719-02E6-4410-B848-D06EAC0DB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4574" y="2836075"/>
            <a:ext cx="2915277" cy="263872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09FEF2-21FA-45C6-AAAF-D7ED8E1F54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0133" y="1652767"/>
            <a:ext cx="1848557" cy="44527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6848C5AD-E442-4889-802E-75EFF7EFCE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0378" y="1522610"/>
            <a:ext cx="1524929" cy="80259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A39E7CE-7600-4675-995E-E78D1D1F62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2880360"/>
            <a:ext cx="3741895" cy="19110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5FB6D-F008-445F-0412-58D8AA68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78C529-ED0F-9C66-1D43-4ABFF6EEDFF3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AE9346-5517-8F25-6D88-BD0B2035D81B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3F7D7-57FD-6A58-4DC3-F4BDA715E74B}"/>
              </a:ext>
            </a:extLst>
          </p:cNvPr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5297367-74A5-4A80-E65E-0CBE7914FF5A}"/>
              </a:ext>
            </a:extLst>
          </p:cNvPr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48CEACC-46BF-53A2-4084-216855766112}"/>
              </a:ext>
            </a:extLst>
          </p:cNvPr>
          <p:cNvSpPr/>
          <p:nvPr/>
        </p:nvSpPr>
        <p:spPr>
          <a:xfrm>
            <a:off x="21183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ACA60DD-1E9A-C000-4116-1260DBD6701E}"/>
              </a:ext>
            </a:extLst>
          </p:cNvPr>
          <p:cNvSpPr/>
          <p:nvPr/>
        </p:nvSpPr>
        <p:spPr>
          <a:xfrm>
            <a:off x="22098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F8014C6-2766-4771-E58F-B9DA3170FDF3}"/>
              </a:ext>
            </a:extLst>
          </p:cNvPr>
          <p:cNvSpPr/>
          <p:nvPr/>
        </p:nvSpPr>
        <p:spPr>
          <a:xfrm>
            <a:off x="61417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23B9BF0-0B5E-CC69-8D3A-FA77B6EC8E72}"/>
              </a:ext>
            </a:extLst>
          </p:cNvPr>
          <p:cNvSpPr/>
          <p:nvPr/>
        </p:nvSpPr>
        <p:spPr>
          <a:xfrm>
            <a:off x="62331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E533A7F-6672-0AAA-876B-9696F9DA2BC2}"/>
              </a:ext>
            </a:extLst>
          </p:cNvPr>
          <p:cNvSpPr/>
          <p:nvPr/>
        </p:nvSpPr>
        <p:spPr>
          <a:xfrm>
            <a:off x="21183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B56921F-D994-58E2-48F5-0390298B4753}"/>
              </a:ext>
            </a:extLst>
          </p:cNvPr>
          <p:cNvSpPr/>
          <p:nvPr/>
        </p:nvSpPr>
        <p:spPr>
          <a:xfrm>
            <a:off x="22098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229B521-F55C-E8C8-AA54-AB92DC4D27D6}"/>
              </a:ext>
            </a:extLst>
          </p:cNvPr>
          <p:cNvSpPr/>
          <p:nvPr/>
        </p:nvSpPr>
        <p:spPr>
          <a:xfrm>
            <a:off x="61417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C105FC-A595-F304-1816-D3B1F9FB5B7A}"/>
              </a:ext>
            </a:extLst>
          </p:cNvPr>
          <p:cNvSpPr/>
          <p:nvPr/>
        </p:nvSpPr>
        <p:spPr>
          <a:xfrm>
            <a:off x="62331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87CAAD-B1B6-E320-143E-537C2E4BD083}"/>
              </a:ext>
            </a:extLst>
          </p:cNvPr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D56D9B1-AB5C-7289-D9B4-79094D1F09B9}"/>
              </a:ext>
            </a:extLst>
          </p:cNvPr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3166C5E-3F5A-578E-5610-2994418E4808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B4F4E3-6AE5-5773-A19F-25F3A18488B0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741B62-61D4-A433-84CB-E24B13F45574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3CE20F1-B46C-4F03-AAB2-6C48865B7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388" y="1499671"/>
            <a:ext cx="2835067" cy="75776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68A5A06-8478-4962-B281-9FB961735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009" y="3408959"/>
            <a:ext cx="1754884" cy="74648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FAE0E88-2129-490D-BE65-E6F8E72ECD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487" y="1280160"/>
            <a:ext cx="2505425" cy="86689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BB075035-0F2F-4596-A646-25B25F542A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986" y="2983773"/>
            <a:ext cx="4182059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98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🐧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2. Linux 명령어 실행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Colab 또는 WSL 사용  |  Colab은 명령어 앞에 ! 붙이기  예) !pwd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" y="4663440"/>
            <a:ext cx="11795760" cy="411480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Google Colab 사용 시: !pwd, !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mkdir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 명령어 앞에 ! 를 붙이세요.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9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E72A44-5CC6-4467-9A3F-F31EF5E22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497" y="1602032"/>
            <a:ext cx="2838846" cy="52394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651BC7-B553-4B9B-AD96-E02EA7D84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042" y="1754453"/>
            <a:ext cx="2800741" cy="37152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E21C04F-7B49-4359-BBBE-ABD710924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5620" y="1388581"/>
            <a:ext cx="3191320" cy="7811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3C910A30-AF57-4980-ADF5-C0442C1738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102" y="2913670"/>
            <a:ext cx="3305636" cy="39058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C5D5373-EB50-49CE-80C3-6C4D30B178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02" y="3362546"/>
            <a:ext cx="2829320" cy="115268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BEE57A2-8BFB-4DAD-8965-56EF46988F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298" y="3014636"/>
            <a:ext cx="2762636" cy="37152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560C3A17-1080-4D4B-B45D-EB933DFBEF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0673" y="3530874"/>
            <a:ext cx="3067478" cy="5048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3. 파이썬 개발환경 구축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구축 과정의 결과를 캡처하여 순서대로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0312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Python 버전 확인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28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78024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551176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가상환경 생성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23744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8888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17"/>
          <p:cNvSpPr/>
          <p:nvPr/>
        </p:nvSpPr>
        <p:spPr>
          <a:xfrm>
            <a:off x="4818888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가상환경 활성화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9752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159752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232904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VS Code + Python 확장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0616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29"/>
          <p:cNvSpPr/>
          <p:nvPr/>
        </p:nvSpPr>
        <p:spPr>
          <a:xfrm>
            <a:off x="9500616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573768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hello_exam.py 실행 결과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46336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3291840"/>
            <a:ext cx="11795760" cy="128016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274320" y="3291840"/>
            <a:ext cx="1161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최종 실행 결과 전체 화면 캡처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(VS Code 터미널에서 hello_exam.py 실행 → Hello, Exam! 출력 확인)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7160" y="4709160"/>
            <a:ext cx="11795760" cy="384048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1152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가상환경 활성화 후 터미널 앞에 (exam_env) 표시 여부를 반드시 확인하고 캡처하세요.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900" dirty="0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6FB4D1FB-DE20-44A4-8C5C-62E1B6755B5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5943"/>
          <a:stretch/>
        </p:blipFill>
        <p:spPr>
          <a:xfrm>
            <a:off x="7343657" y="1508761"/>
            <a:ext cx="1918189" cy="1417319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F055F41F-9D20-40C7-B5FE-5E1A00581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37" y="1828739"/>
            <a:ext cx="2114845" cy="485843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324D1D7-9C8D-4927-91D7-CF2F26115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2740" y="1813257"/>
            <a:ext cx="2287236" cy="60715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EA9AE0E-9CA1-4814-BE28-1C7E791BE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429" y="1963451"/>
            <a:ext cx="2286000" cy="592985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3DFD8379-C125-4D03-9AB7-C4B5F556CD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9320" y="1770759"/>
            <a:ext cx="2676899" cy="866896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45CAC533-173F-4CAB-8193-E5D60F8F74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2880" y="2444639"/>
            <a:ext cx="1190791" cy="6287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 제출 방법 — GitHub Branch Push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PPT 파일을 아래 절차에 따라 GitHub에 Push하시오.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60704"/>
            <a:ext cx="11713464" cy="276352"/>
          </a:xfrm>
          <a:prstGeom prst="rect">
            <a:avLst/>
          </a:prstGeom>
          <a:solidFill>
            <a:srgbClr val="EBF3FB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010920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Repository URL :  </a:t>
            </a:r>
            <a:r>
              <a:rPr lang="en-US" altLang="ko-KR" sz="1300" b="1" dirty="0">
                <a:solidFill>
                  <a:srgbClr val="1F3864"/>
                </a:solidFill>
                <a:latin typeface="Consolas" pitchFamily="34" charset="0"/>
              </a:rPr>
              <a:t>https://github.com/seokssaem/bigdata-2026.git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28600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Repository Clone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altLang="ko-KR" sz="1000" dirty="0">
                <a:solidFill>
                  <a:srgbClr val="333333"/>
                </a:solidFill>
                <a:latin typeface="Consolas" pitchFamily="34" charset="0"/>
              </a:rPr>
              <a:t>https://github.com/seokssaem/bigdata-2026.git</a:t>
            </a:r>
          </a:p>
        </p:txBody>
      </p:sp>
      <p:sp>
        <p:nvSpPr>
          <p:cNvPr id="13" name="Shape 11"/>
          <p:cNvSpPr/>
          <p:nvPr/>
        </p:nvSpPr>
        <p:spPr>
          <a:xfrm>
            <a:off x="4096512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096512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87952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Branch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87952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215384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HongGilDong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7952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이름(영문)으로 Branch 생성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55864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55864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147304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Branch 이동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47304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174736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HongGilDong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생성한 Branch로 이동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7160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28600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파일 추가 &amp; Stage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6032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8600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PPT 파일을 폴더에 복사 후 실행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6512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096512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87952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Commit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87952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215384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"HongGilDong"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87952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Commit Message = 본인 이름(영문)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55864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055864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147304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 Push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47304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174736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HongGilDong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147304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Branch로 Push 완료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4187952"/>
            <a:ext cx="11795760" cy="640080"/>
          </a:xfrm>
          <a:prstGeom prst="rect">
            <a:avLst/>
          </a:prstGeom>
          <a:solidFill>
            <a:srgbClr val="FFF9C4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82880" y="4187952"/>
            <a:ext cx="11612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Branch 이름 = Commit Message = 본인 이름(영문)  으로 반드시 통일  |  업로드 파일명: 0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1_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개발자환경구축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이름</a:t>
            </a:r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_.pptx</a:t>
            </a:r>
          </a:p>
        </p:txBody>
      </p:sp>
      <p:sp>
        <p:nvSpPr>
          <p:cNvPr id="45" name="Shape 43"/>
          <p:cNvSpPr/>
          <p:nvPr/>
        </p:nvSpPr>
        <p:spPr>
          <a:xfrm>
            <a:off x="137160" y="4937760"/>
            <a:ext cx="11795760" cy="12344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274320" y="4937760"/>
            <a:ext cx="116128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GitHub Repository 화면 캡처 (본인 Branch와 파일 업로드 완료 화면)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Branch 클릭 → 업로드된 PPT 파일 확인 화면을 캡처하여 이 자리에 붙여넣으시오.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580</Words>
  <Application>Microsoft Office PowerPoint</Application>
  <PresentationFormat>사용자 지정</PresentationFormat>
  <Paragraphs>88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17</cp:revision>
  <dcterms:created xsi:type="dcterms:W3CDTF">2026-03-03T01:32:21Z</dcterms:created>
  <dcterms:modified xsi:type="dcterms:W3CDTF">2026-05-14T00:57:57Z</dcterms:modified>
</cp:coreProperties>
</file>