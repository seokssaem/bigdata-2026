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                   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  </a:t>
            </a:r>
            <a:r>
              <a:rPr lang="ko-KR" alt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 05 14 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EC81338-0D92-4D36-B8DE-44B0EA4A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31" y="1125313"/>
            <a:ext cx="2862737" cy="148072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D1A1211-8BAA-4080-BB21-71F4A5E6B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866921"/>
            <a:ext cx="3657600" cy="165935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3667719-02E6-4410-B848-D06EAC0DBE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574" y="2836075"/>
            <a:ext cx="2915277" cy="263872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C09FEF2-21FA-45C6-AAAF-D7ED8E1F5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0133" y="1652767"/>
            <a:ext cx="1848557" cy="44527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848C5AD-E442-4889-802E-75EFF7EFCE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0378" y="1522610"/>
            <a:ext cx="1524929" cy="80259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A39E7CE-7600-4675-995E-E78D1D1F62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2880360"/>
            <a:ext cx="3741895" cy="19110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CA60DD-1E9A-C000-4116-1260DBD6701E}"/>
              </a:ext>
            </a:extLst>
          </p:cNvPr>
          <p:cNvSpPr/>
          <p:nvPr/>
        </p:nvSpPr>
        <p:spPr>
          <a:xfrm>
            <a:off x="22098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3B9BF0-0B5E-CC69-8D3A-FA77B6EC8E72}"/>
              </a:ext>
            </a:extLst>
          </p:cNvPr>
          <p:cNvSpPr/>
          <p:nvPr/>
        </p:nvSpPr>
        <p:spPr>
          <a:xfrm>
            <a:off x="62331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56921F-D994-58E2-48F5-0390298B4753}"/>
              </a:ext>
            </a:extLst>
          </p:cNvPr>
          <p:cNvSpPr/>
          <p:nvPr/>
        </p:nvSpPr>
        <p:spPr>
          <a:xfrm>
            <a:off x="2209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C105FC-A595-F304-1816-D3B1F9FB5B7A}"/>
              </a:ext>
            </a:extLst>
          </p:cNvPr>
          <p:cNvSpPr/>
          <p:nvPr/>
        </p:nvSpPr>
        <p:spPr>
          <a:xfrm>
            <a:off x="62331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3CE20F1-B46C-4F03-AAB2-6C48865B7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388" y="1499671"/>
            <a:ext cx="2835067" cy="75776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68A5A06-8478-4962-B281-9FB961735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009" y="3408959"/>
            <a:ext cx="1754884" cy="74648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FAE0E88-2129-490D-BE65-E6F8E72EC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487" y="1280160"/>
            <a:ext cx="2505425" cy="866896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B075035-0F2F-4596-A646-25B25F542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986" y="2983773"/>
            <a:ext cx="418205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4E72A44-5CC6-4467-9A3F-F31EF5E22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97" y="1602032"/>
            <a:ext cx="2838846" cy="52394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5651BC7-B553-4B9B-AD96-E02EA7D84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042" y="1754453"/>
            <a:ext cx="2800741" cy="37152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E21C04F-7B49-4359-BBBE-ABD710924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5620" y="1388581"/>
            <a:ext cx="3191320" cy="78115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C910A30-AF57-4980-ADF5-C0442C1738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102" y="2913670"/>
            <a:ext cx="3305636" cy="39058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C5D5373-EB50-49CE-80C3-6C4D30B178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102" y="3362546"/>
            <a:ext cx="2829320" cy="115268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BEE57A2-8BFB-4DAD-8965-56EF46988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0298" y="3014636"/>
            <a:ext cx="2762636" cy="37152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560C3A17-1080-4D4B-B45D-EB933DFBEF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0673" y="3530874"/>
            <a:ext cx="3067478" cy="504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hello_exam.py 실행 → Hello, Exam!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앞에 (exam_env)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6FB4D1FB-DE20-44A4-8C5C-62E1B6755B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943"/>
          <a:stretch/>
        </p:blipFill>
        <p:spPr>
          <a:xfrm>
            <a:off x="7343657" y="1508761"/>
            <a:ext cx="1918189" cy="1417319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F055F41F-9D20-40C7-B5FE-5E1A00581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37" y="1828739"/>
            <a:ext cx="2114845" cy="485843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E324D1D7-9C8D-4927-91D7-CF2F26115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740" y="1813257"/>
            <a:ext cx="2287236" cy="607157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8EA9AE0E-9CA1-4814-BE28-1C7E791BE9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429" y="1963451"/>
            <a:ext cx="2286000" cy="59298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DFD8379-C125-4D03-9AB7-C4B5F556CD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0031" y="1724536"/>
            <a:ext cx="2676899" cy="866896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45CAC533-173F-4CAB-8193-E5D60F8F74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" y="2444639"/>
            <a:ext cx="1190791" cy="62873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9AFC517-2714-452B-9688-70907AA191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7718" y="3257044"/>
            <a:ext cx="6732898" cy="13339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파일명: 0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51BA1DBA-35D6-483D-BDEC-54969DE481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18" t="44620" r="34133" b="36931"/>
          <a:stretch/>
        </p:blipFill>
        <p:spPr>
          <a:xfrm>
            <a:off x="3372404" y="5015484"/>
            <a:ext cx="5325271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580</Words>
  <Application>Microsoft Office PowerPoint</Application>
  <PresentationFormat>사용자 지정</PresentationFormat>
  <Paragraphs>88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19</cp:revision>
  <dcterms:created xsi:type="dcterms:W3CDTF">2026-03-03T01:32:21Z</dcterms:created>
  <dcterms:modified xsi:type="dcterms:W3CDTF">2026-05-14T01:05:48Z</dcterms:modified>
</cp:coreProperties>
</file>