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3" r:id="rId4"/>
    <p:sldId id="259" r:id="rId5"/>
    <p:sldId id="260" r:id="rId6"/>
    <p:sldId id="261" r:id="rId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1849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9E42-5D2E-C11C-2ABD-D795D8A08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C34252-B91F-A59E-CC2D-E89865F35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CDE3E4-6169-870E-C6F4-DC17B44AF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21998-0633-9469-58FC-EC126FA5A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649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118872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개발자 환경 구축</a:t>
            </a:r>
            <a:endParaRPr lang="en-US" sz="3000" b="1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dirty="0">
                <a:solidFill>
                  <a:srgbClr val="EBF3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부</a:t>
            </a:r>
            <a:r>
              <a:rPr lang="en-US" sz="2200" dirty="0">
                <a:solidFill>
                  <a:srgbClr val="EBF3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평 가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2743200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 환경 구축 (2001020233_23v5</a:t>
            </a:r>
            <a:r>
              <a:rPr lang="en-US" altLang="ko-KR" sz="1200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12724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방법: GitHub Repository → 본인 Branch Push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685800" y="374904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 </a:t>
            </a:r>
            <a:r>
              <a:rPr lang="ko-KR" altLang="en-US" sz="1300" dirty="0" err="1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노가희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19520" y="3738880"/>
            <a:ext cx="5394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456680" y="373888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제출일 : 2026-05-14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1165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85800" y="4389120"/>
            <a:ext cx="5120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No </a:t>
            </a:r>
            <a:r>
              <a:rPr lang="en-US" sz="1300" dirty="0" err="1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GaHee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Windows 명령어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(1)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명령어 실행 화면(결과 포함)을 캡처하여 아래에 붙여넣으시오.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18388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7532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86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519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8388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7532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5984240"/>
            <a:ext cx="1179576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320040" y="5984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명령어 입력창과 실행 결과가 동시에 보이도록 캡처하세요.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900" dirty="0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CEB2F763-F215-425A-A2AF-70356EAB5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" y="1009650"/>
            <a:ext cx="3848100" cy="168275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E674C5A5-FDDC-4CB6-A312-C1B70B783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009650"/>
            <a:ext cx="3840480" cy="168275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4567287B-5A83-43D3-A457-58F3F8EB2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79" y="1005840"/>
            <a:ext cx="3840479" cy="168572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78A67CC6-DAC3-4B35-BEF9-5B8FEB0D52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40" y="2839720"/>
            <a:ext cx="3840480" cy="1691641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58F5259-EDE9-45CF-9CA4-9D6B925615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1583" y="2834640"/>
            <a:ext cx="3840481" cy="1696721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C1304E92-DAB7-4A24-BF54-3163D363E6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3880" y="2833804"/>
            <a:ext cx="3840478" cy="16975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5FB6D-F008-445F-0412-58D8AA68E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78C529-ED0F-9C66-1D43-4ABFF6EEDFF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6AE9346-5517-8F25-6D88-BD0B2035D81B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63F7D7-57FD-6A58-4DC3-F4BDA715E74B}"/>
              </a:ext>
            </a:extLst>
          </p:cNvPr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💻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Windows 명령어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(2)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297367-74A5-4A80-E65E-0CBE7914FF5A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명령어 실행 화면(결과 포함)을 캡처하여 아래에 붙여넣으시오.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48CEACC-46BF-53A2-4084-216855766112}"/>
              </a:ext>
            </a:extLst>
          </p:cNvPr>
          <p:cNvSpPr/>
          <p:nvPr/>
        </p:nvSpPr>
        <p:spPr>
          <a:xfrm>
            <a:off x="21183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ACA60DD-1E9A-C000-4116-1260DBD6701E}"/>
              </a:ext>
            </a:extLst>
          </p:cNvPr>
          <p:cNvSpPr/>
          <p:nvPr/>
        </p:nvSpPr>
        <p:spPr>
          <a:xfrm>
            <a:off x="22098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F8014C6-2766-4771-E58F-B9DA3170FDF3}"/>
              </a:ext>
            </a:extLst>
          </p:cNvPr>
          <p:cNvSpPr/>
          <p:nvPr/>
        </p:nvSpPr>
        <p:spPr>
          <a:xfrm>
            <a:off x="61417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23B9BF0-0B5E-CC69-8D3A-FA77B6EC8E72}"/>
              </a:ext>
            </a:extLst>
          </p:cNvPr>
          <p:cNvSpPr/>
          <p:nvPr/>
        </p:nvSpPr>
        <p:spPr>
          <a:xfrm>
            <a:off x="62331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E533A7F-6672-0AAA-876B-9696F9DA2BC2}"/>
              </a:ext>
            </a:extLst>
          </p:cNvPr>
          <p:cNvSpPr/>
          <p:nvPr/>
        </p:nvSpPr>
        <p:spPr>
          <a:xfrm>
            <a:off x="21183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B56921F-D994-58E2-48F5-0390298B4753}"/>
              </a:ext>
            </a:extLst>
          </p:cNvPr>
          <p:cNvSpPr/>
          <p:nvPr/>
        </p:nvSpPr>
        <p:spPr>
          <a:xfrm>
            <a:off x="22098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229B521-F55C-E8C8-AA54-AB92DC4D27D6}"/>
              </a:ext>
            </a:extLst>
          </p:cNvPr>
          <p:cNvSpPr/>
          <p:nvPr/>
        </p:nvSpPr>
        <p:spPr>
          <a:xfrm>
            <a:off x="61417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DC105FC-A595-F304-1816-D3B1F9FB5B7A}"/>
              </a:ext>
            </a:extLst>
          </p:cNvPr>
          <p:cNvSpPr/>
          <p:nvPr/>
        </p:nvSpPr>
        <p:spPr>
          <a:xfrm>
            <a:off x="62331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9487CAAD-B1B6-E320-143E-537C2E4BD083}"/>
              </a:ext>
            </a:extLst>
          </p:cNvPr>
          <p:cNvSpPr/>
          <p:nvPr/>
        </p:nvSpPr>
        <p:spPr>
          <a:xfrm>
            <a:off x="182880" y="5984240"/>
            <a:ext cx="11795760" cy="411480"/>
          </a:xfrm>
          <a:prstGeom prst="rect">
            <a:avLst/>
          </a:prstGeom>
          <a:solidFill>
            <a:srgbClr val="FFFDE7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D56D9B1-AB5C-7289-D9B4-79094D1F09B9}"/>
              </a:ext>
            </a:extLst>
          </p:cNvPr>
          <p:cNvSpPr/>
          <p:nvPr/>
        </p:nvSpPr>
        <p:spPr>
          <a:xfrm>
            <a:off x="320040" y="59842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5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명령어 입력창과 실행 결과가 동시에 보이도록 캡처하세요.</a:t>
            </a:r>
            <a:endParaRPr lang="en-US" sz="11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03166C5E-3F5A-578E-5610-2994418E4808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6B4F4E3-6AE5-5773-A19F-25F3A18488B0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5741B62-61D4-A433-84CB-E24B13F45574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9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C7AD5CA-AD29-4856-B476-E248F41259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360" y="1005840"/>
            <a:ext cx="3840480" cy="174650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1862D7B-FB01-4609-92A9-371570662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720" y="1006158"/>
            <a:ext cx="3840480" cy="1686242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91446115-F376-4FCC-BF79-74B13E666B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7407" y="2834641"/>
            <a:ext cx="3841433" cy="169164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81EB0D01-60AE-461C-A3F8-DF6A5EF4D6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1720" y="2839720"/>
            <a:ext cx="3840480" cy="168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98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🐧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2. Linux 명령어 실행 결과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Colab 또는 WSL 사용  |  Colab은 명령어 앞에 ! 붙이기  예) !pwd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052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Text 7"/>
          <p:cNvSpPr/>
          <p:nvPr/>
        </p:nvSpPr>
        <p:spPr>
          <a:xfrm>
            <a:off x="425196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>
              <a:solidFill>
                <a:srgbClr val="AAAAA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183880" y="10058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8275320" y="12801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>
              <a:solidFill>
                <a:srgbClr val="AAAAA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3716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2860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834640"/>
            <a:ext cx="3840480" cy="16916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251960" y="3108960"/>
            <a:ext cx="36576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</a:t>
            </a: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000" dirty="0" err="1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붙여넣기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7160" y="4663440"/>
            <a:ext cx="11795760" cy="411480"/>
          </a:xfrm>
          <a:prstGeom prst="rect">
            <a:avLst/>
          </a:prstGeom>
          <a:solidFill>
            <a:srgbClr val="E8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74320" y="466344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Google Colab 사용 시: !pwd, !</a:t>
            </a:r>
            <a:r>
              <a:rPr lang="en-US" sz="1100" dirty="0" err="1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mkdir</a:t>
            </a: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등 명령어 앞에 ! 를 붙이세요.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6</a:t>
            </a:r>
            <a:endParaRPr lang="en-US" sz="9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2C1189E-F473-40FB-80C8-C05E874ED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005840"/>
            <a:ext cx="3840480" cy="170630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4C1CC1C-7E24-4850-A5AA-41D64274D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969264"/>
            <a:ext cx="3840480" cy="170630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E6C0AC80-C15F-42F5-8D73-0237306D84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1013841"/>
            <a:ext cx="3840480" cy="1661732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5097E933-9068-4158-B7B9-0FE3804363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" y="2849308"/>
            <a:ext cx="3840480" cy="169164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1E225B6-C77C-4E8A-BA77-279F4DE219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0520" y="2834639"/>
            <a:ext cx="3840480" cy="16678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🐍 </a:t>
            </a:r>
            <a:r>
              <a:rPr lang="en-US" sz="22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문항</a:t>
            </a: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3. 파이썬 개발환경 구축 결과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5단계 구축 과정의 결과를 캡처하여 순서대로 붙여넣으시오.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10312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Python 버전 확인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0312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10312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78024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478024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551176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가상환경 생성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51176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551176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23744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18888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Shape 17"/>
          <p:cNvSpPr/>
          <p:nvPr/>
        </p:nvSpPr>
        <p:spPr>
          <a:xfrm>
            <a:off x="4818888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892040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가상환경 활성화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892040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64608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59752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7159752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7232904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VS Code + Python 확장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32904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232904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05472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500616" y="1005840"/>
            <a:ext cx="22860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1" name="Shape 29"/>
          <p:cNvSpPr/>
          <p:nvPr/>
        </p:nvSpPr>
        <p:spPr>
          <a:xfrm>
            <a:off x="9500616" y="1005840"/>
            <a:ext cx="2286000" cy="347472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9573768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hello_exam.py 실행 결과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573768" y="1417320"/>
            <a:ext cx="2139696" cy="1417320"/>
          </a:xfrm>
          <a:prstGeom prst="rect">
            <a:avLst/>
          </a:prstGeom>
          <a:solidFill>
            <a:srgbClr val="F0F4F8"/>
          </a:solidFill>
          <a:ln w="6350">
            <a:solidFill>
              <a:srgbClr val="CCDDEE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9573768" y="1417320"/>
            <a:ext cx="2139696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캡처 이미지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546336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7160" y="3291840"/>
            <a:ext cx="11795760" cy="128016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274320" y="3291840"/>
            <a:ext cx="11612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최종 실행 결과 전체 화면 캡처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(VS Code 터미널에서 hello_exam.py 실행 → Hello, Exam! 출력 확인)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37160" y="4709160"/>
            <a:ext cx="11795760" cy="384048"/>
          </a:xfrm>
          <a:prstGeom prst="rect">
            <a:avLst/>
          </a:prstGeom>
          <a:solidFill>
            <a:srgbClr val="E8F4FF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274320" y="4709160"/>
            <a:ext cx="11521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💡 가상환경 활성화 후 터미널 앞에 (exam_env) 표시 여부를 반드시 확인하고 캡처하세요.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6</a:t>
            </a:r>
            <a:endParaRPr lang="en-US" sz="900" dirty="0"/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48D69E2F-6E31-42C9-B6FA-9B65EB3E6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176" y="1427638"/>
            <a:ext cx="2139696" cy="147101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18DA06CD-91D0-4386-A350-215B18331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428628"/>
            <a:ext cx="2139696" cy="1417321"/>
          </a:xfrm>
          <a:prstGeom prst="rect">
            <a:avLst/>
          </a:prstGeom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EF87042E-A945-41EF-A216-A23217CFE4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312" y="1427638"/>
            <a:ext cx="2139696" cy="1437222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4A5B8462-A8E2-4B4E-A4A5-E187D7B7EA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1761" y="1428628"/>
            <a:ext cx="2140839" cy="1417320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D437A516-9DA8-4BC9-BDAA-6B0FF08F73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3768" y="1424730"/>
            <a:ext cx="2139696" cy="1421219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3D79E8AB-19FF-4C83-8B05-C7D3A521229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1" y="3291840"/>
            <a:ext cx="117957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📦 제출 방법 — GitHub Branch Push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완성된 PPT 파일을 아래 절차에 따라 GitHub에 Push하시오.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1060704"/>
            <a:ext cx="11713464" cy="276352"/>
          </a:xfrm>
          <a:prstGeom prst="rect">
            <a:avLst/>
          </a:prstGeom>
          <a:solidFill>
            <a:srgbClr val="EBF3FB"/>
          </a:solidFill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320040" y="1010920"/>
            <a:ext cx="11521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b="1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 Repository URL :  </a:t>
            </a:r>
            <a:r>
              <a:rPr lang="en-US" altLang="ko-KR" sz="1300" b="1" dirty="0">
                <a:solidFill>
                  <a:srgbClr val="1F3864"/>
                </a:solidFill>
                <a:latin typeface="Consolas" pitchFamily="34" charset="0"/>
              </a:rPr>
              <a:t>https://github.com/seokssaem/bigdata-2026.git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7160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228600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Repository Clone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6032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</a:t>
            </a:r>
            <a:r>
              <a:rPr lang="en-US" altLang="ko-KR" sz="1000" dirty="0">
                <a:solidFill>
                  <a:srgbClr val="333333"/>
                </a:solidFill>
                <a:latin typeface="Consolas" pitchFamily="34" charset="0"/>
              </a:rPr>
              <a:t>https://github.com/seokssaem/bigdata-2026.git</a:t>
            </a:r>
          </a:p>
        </p:txBody>
      </p:sp>
      <p:sp>
        <p:nvSpPr>
          <p:cNvPr id="13" name="Shape 11"/>
          <p:cNvSpPr/>
          <p:nvPr/>
        </p:nvSpPr>
        <p:spPr>
          <a:xfrm>
            <a:off x="4096512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4096512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187952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 Branch 생성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87952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215384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HongGilDong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87952" y="2395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본인 이름(영문)으로 Branch 생성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55864" y="1508760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8055864" y="1508760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8147304" y="1508760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Branch 이동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47304" y="1911096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8174736" y="1911096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HongGilDong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47304" y="2395728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생성한 Branch로 이동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37160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137160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28600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 파일 추가 &amp; Stage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56032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28600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PPT 파일을 폴더에 복사 후 실행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96512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4096512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187952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 Commit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187952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215384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"HongGilDong"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187952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Commit Message = 본인 이름(영문)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55864" y="2907792"/>
            <a:ext cx="379476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8055864" y="2907792"/>
            <a:ext cx="3794760" cy="329184"/>
          </a:xfrm>
          <a:prstGeom prst="rect">
            <a:avLst/>
          </a:prstGeom>
          <a:solidFill>
            <a:srgbClr val="1F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8147304" y="290779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 Push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147304" y="3310128"/>
            <a:ext cx="3611880" cy="438912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8174736" y="3310128"/>
            <a:ext cx="35570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HongGilDong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47304" y="379476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본인 Branch로 Push 완료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37160" y="4187952"/>
            <a:ext cx="11795760" cy="640080"/>
          </a:xfrm>
          <a:prstGeom prst="rect">
            <a:avLst/>
          </a:prstGeom>
          <a:solidFill>
            <a:srgbClr val="FFF9C4"/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182880" y="4187952"/>
            <a:ext cx="11612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 Branch 이름 = Commit Message = 본인 이름(영문)  으로 반드시 통일  |  업로드 파일명</a:t>
            </a:r>
            <a:r>
              <a:rPr lang="en-US" sz="1200" b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0</a:t>
            </a:r>
            <a:r>
              <a:rPr lang="en-US" altLang="ko-KR" sz="1200" b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1</a:t>
            </a:r>
            <a:r>
              <a:rPr lang="en-US" altLang="ko-KR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</a:t>
            </a:r>
            <a:r>
              <a:rPr lang="ko-KR" alt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개발자환경구축</a:t>
            </a:r>
            <a:r>
              <a:rPr lang="en-US" altLang="ko-KR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</a:t>
            </a:r>
            <a:r>
              <a:rPr lang="ko-KR" alt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이름</a:t>
            </a:r>
            <a:r>
              <a:rPr lang="en-US" sz="12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</a:rPr>
              <a:t>_.pptx</a:t>
            </a:r>
          </a:p>
        </p:txBody>
      </p:sp>
      <p:sp>
        <p:nvSpPr>
          <p:cNvPr id="45" name="Shape 43"/>
          <p:cNvSpPr/>
          <p:nvPr/>
        </p:nvSpPr>
        <p:spPr>
          <a:xfrm>
            <a:off x="137160" y="4937760"/>
            <a:ext cx="11795760" cy="1234440"/>
          </a:xfrm>
          <a:prstGeom prst="rect">
            <a:avLst/>
          </a:prstGeom>
          <a:solidFill>
            <a:srgbClr val="F0F4F8"/>
          </a:solidFill>
          <a:ln w="19050">
            <a:solidFill>
              <a:srgbClr val="2E75B6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274320" y="4937760"/>
            <a:ext cx="11612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📷 GitHub Repository 화면 캡처 (본인 Branch와 파일 업로드 완료 화면)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Branch 클릭 → 업로드된 PPT 파일 확인 화면을 캡처하여 이 자리에 붙여넣으시오.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(빅데이터전문가) 빅데이터 분석 플랫폼 개발자 양성과정  |  개발자 환경 구축 수행평가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6</a:t>
            </a:r>
            <a:endParaRPr lang="en-US" sz="900" dirty="0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5DA790F6-CF00-4049-AD68-5FDF2D5FA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262" y="4929548"/>
            <a:ext cx="5603846" cy="12426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578</Words>
  <Application>Microsoft Office PowerPoint</Application>
  <PresentationFormat>사용자 지정</PresentationFormat>
  <Paragraphs>87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FullName</cp:lastModifiedBy>
  <cp:revision>32</cp:revision>
  <dcterms:created xsi:type="dcterms:W3CDTF">2026-03-03T01:32:21Z</dcterms:created>
  <dcterms:modified xsi:type="dcterms:W3CDTF">2026-05-14T01:05:53Z</dcterms:modified>
</cp:coreProperties>
</file>