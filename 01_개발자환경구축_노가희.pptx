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: </a:t>
            </a:r>
            <a:r>
              <a:rPr lang="ko-KR" alt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노가희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: 2026-05-14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No </a:t>
            </a: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GaHee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CEB2F763-F215-425A-A2AF-70356EAB5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" y="1009650"/>
            <a:ext cx="3848100" cy="168275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674C5A5-FDDC-4CB6-A312-C1B70B783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009650"/>
            <a:ext cx="3840480" cy="168275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4567287B-5A83-43D3-A457-58F3F8EB2F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005840"/>
            <a:ext cx="3840479" cy="1685723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78A67CC6-DAC3-4B35-BEF9-5B8FEB0D52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" y="2839720"/>
            <a:ext cx="3840480" cy="169164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58F5259-EDE9-45CF-9CA4-9D6B9256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1583" y="2834640"/>
            <a:ext cx="3840481" cy="1696721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C1304E92-DAB7-4A24-BF54-3163D363E6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80" y="2833804"/>
            <a:ext cx="3840478" cy="16975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ACA60DD-1E9A-C000-4116-1260DBD6701E}"/>
              </a:ext>
            </a:extLst>
          </p:cNvPr>
          <p:cNvSpPr/>
          <p:nvPr/>
        </p:nvSpPr>
        <p:spPr>
          <a:xfrm>
            <a:off x="22098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3B9BF0-0B5E-CC69-8D3A-FA77B6EC8E72}"/>
              </a:ext>
            </a:extLst>
          </p:cNvPr>
          <p:cNvSpPr/>
          <p:nvPr/>
        </p:nvSpPr>
        <p:spPr>
          <a:xfrm>
            <a:off x="62331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56921F-D994-58E2-48F5-0390298B4753}"/>
              </a:ext>
            </a:extLst>
          </p:cNvPr>
          <p:cNvSpPr/>
          <p:nvPr/>
        </p:nvSpPr>
        <p:spPr>
          <a:xfrm>
            <a:off x="22098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C105FC-A595-F304-1816-D3B1F9FB5B7A}"/>
              </a:ext>
            </a:extLst>
          </p:cNvPr>
          <p:cNvSpPr/>
          <p:nvPr/>
        </p:nvSpPr>
        <p:spPr>
          <a:xfrm>
            <a:off x="62331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C7AD5CA-AD29-4856-B476-E248F41259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360" y="1005840"/>
            <a:ext cx="3840480" cy="174650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1862D7B-FB01-4609-92A9-3715706623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720" y="1006158"/>
            <a:ext cx="3840480" cy="1686242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1446115-F376-4FCC-BF79-74B13E666B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7407" y="2834641"/>
            <a:ext cx="3841433" cy="169164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81EB0D01-60AE-461C-A3F8-DF6A5EF4D6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1720" y="2839720"/>
            <a:ext cx="3840480" cy="168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2C1189E-F473-40FB-80C8-C05E874ED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05840"/>
            <a:ext cx="3840480" cy="170630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4C1CC1C-7E24-4850-A5AA-41D64274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969264"/>
            <a:ext cx="3840480" cy="170630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6C0AC80-C15F-42F5-8D73-0237306D84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1013841"/>
            <a:ext cx="3840480" cy="166173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097E933-9068-4158-B7B9-0FE380436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" y="2849308"/>
            <a:ext cx="3840480" cy="169164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1E225B6-C77C-4E8A-BA77-279F4DE219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0520" y="2834639"/>
            <a:ext cx="3840480" cy="16678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hello_exam.py 실행 → Hello, Exam!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앞에 (exam_env)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48D69E2F-6E31-42C9-B6FA-9B65EB3E6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76" y="1427638"/>
            <a:ext cx="2139696" cy="1471010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18DA06CD-91D0-4386-A350-215B18331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428628"/>
            <a:ext cx="2139696" cy="1417321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F87042E-A945-41EF-A216-A23217CFE4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" y="1427638"/>
            <a:ext cx="2139696" cy="143722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A5B8462-A8E2-4B4E-A4A5-E187D7B7EA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1761" y="1428628"/>
            <a:ext cx="2140839" cy="1417320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437A516-9DA8-4BC9-BDAA-6B0FF08F73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3768" y="1424730"/>
            <a:ext cx="2139696" cy="1421219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3D79E8AB-19FF-4C83-8B05-C7D3A52122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161" y="3291840"/>
            <a:ext cx="117957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</a:t>
            </a:r>
            <a:r>
              <a:rPr lang="en-US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0</a:t>
            </a:r>
            <a:r>
              <a:rPr lang="en-US" altLang="ko-KR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578</Words>
  <Application>Microsoft Office PowerPoint</Application>
  <PresentationFormat>사용자 지정</PresentationFormat>
  <Paragraphs>87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31</cp:revision>
  <dcterms:created xsi:type="dcterms:W3CDTF">2026-03-03T01:32:21Z</dcterms:created>
  <dcterms:modified xsi:type="dcterms:W3CDTF">2026-05-14T00:57:37Z</dcterms:modified>
</cp:coreProperties>
</file>