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data.go.kr/tcs/dss/selectFileDataDetailView.do?publicDataPk=15089531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  (2001020426_23v4)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algn="r"/>
            <a:r>
              <a:rPr lang="ko-KR" altLang="en-US" dirty="0" err="1"/>
              <a:t>장호균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algn="r"/>
            <a:r>
              <a:rPr lang="en-US" altLang="ko-KR" dirty="0"/>
              <a:t>20260626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algn="r"/>
            <a:r>
              <a:rPr lang="en-US" altLang="ko-KR" dirty="0">
                <a:latin typeface="+mn-ea"/>
              </a:rPr>
              <a:t>hokyun015523-png</a:t>
            </a:r>
            <a:endParaRPr lang="ko-KR" altLang="en-US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0124E42F-14B2-4EB0-A48E-29296F142BCA}"/>
              </a:ext>
            </a:extLst>
          </p:cNvPr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06_빅데이터분석플랫폼UI구현_이름.pptx  (index.html, style.css, README.md 포함)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A7E2402B-4E3C-484E-9E3C-06FF6CD9E87F}"/>
              </a:ext>
            </a:extLst>
          </p:cNvPr>
          <p:cNvSpPr/>
          <p:nvPr/>
        </p:nvSpPr>
        <p:spPr>
          <a:xfrm>
            <a:off x="0" y="0"/>
            <a:ext cx="12192000" cy="4836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D28E36-B471-40D9-BCBB-E6DC84A86BA3}"/>
              </a:ext>
            </a:extLst>
          </p:cNvPr>
          <p:cNvSpPr txBox="1"/>
          <p:nvPr/>
        </p:nvSpPr>
        <p:spPr>
          <a:xfrm>
            <a:off x="7733653" y="797014"/>
            <a:ext cx="38309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-</a:t>
            </a:r>
            <a:r>
              <a:rPr lang="ko-KR" altLang="en-US" sz="1400" dirty="0" err="1">
                <a:latin typeface="+mn-ea"/>
              </a:rPr>
              <a:t>시맨틱태그</a:t>
            </a:r>
            <a:r>
              <a:rPr lang="ko-KR" altLang="en-US" sz="1400" dirty="0">
                <a:latin typeface="+mn-ea"/>
              </a:rPr>
              <a:t> 사용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콘텐츠 배치 구조 설계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- </a:t>
            </a:r>
            <a:r>
              <a:rPr lang="ko-KR" altLang="en-US" sz="1400" dirty="0">
                <a:latin typeface="+mn-ea"/>
              </a:rPr>
              <a:t>수집한 공공데이터의 핵심 통계를 텍스트로 표현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1E1694-F2C3-413F-9BA5-8F63B5C41F03}"/>
              </a:ext>
            </a:extLst>
          </p:cNvPr>
          <p:cNvSpPr txBox="1"/>
          <p:nvPr/>
        </p:nvSpPr>
        <p:spPr>
          <a:xfrm>
            <a:off x="108488" y="5715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ChosunGu"/>
              </a:rPr>
              <a:t>1. HTML</a:t>
            </a:r>
            <a:r>
              <a:rPr lang="ko-KR" altLang="en-US" b="1" dirty="0">
                <a:solidFill>
                  <a:schemeClr val="bg1"/>
                </a:solidFill>
                <a:latin typeface="ChosunGu"/>
              </a:rPr>
              <a:t> 구조 설계</a:t>
            </a:r>
            <a:r>
              <a:rPr lang="en-US" altLang="ko-KR" b="1" dirty="0">
                <a:solidFill>
                  <a:schemeClr val="bg1"/>
                </a:solidFill>
                <a:latin typeface="ChosunGu"/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E76F23-B874-4813-AE7F-D9022799B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54" y="790413"/>
            <a:ext cx="2085601" cy="41612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CDEA940-5369-4997-8FAF-236DDC304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742" y="790413"/>
            <a:ext cx="1752688" cy="52306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38FA51B-AC91-46CF-9688-275605CEF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469" y="797014"/>
            <a:ext cx="2564103" cy="4371975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D353AE0-1AB8-41D8-8DA3-92BFECE083E3}"/>
              </a:ext>
            </a:extLst>
          </p:cNvPr>
          <p:cNvCxnSpPr>
            <a:cxnSpLocks/>
          </p:cNvCxnSpPr>
          <p:nvPr/>
        </p:nvCxnSpPr>
        <p:spPr>
          <a:xfrm>
            <a:off x="2665708" y="797014"/>
            <a:ext cx="0" cy="5021451"/>
          </a:xfrm>
          <a:prstGeom prst="line">
            <a:avLst/>
          </a:prstGeom>
          <a:ln w="38100">
            <a:solidFill>
              <a:srgbClr val="1F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5F7296A-01F1-4814-975A-81A08D52C4E1}"/>
              </a:ext>
            </a:extLst>
          </p:cNvPr>
          <p:cNvCxnSpPr>
            <a:cxnSpLocks/>
          </p:cNvCxnSpPr>
          <p:nvPr/>
        </p:nvCxnSpPr>
        <p:spPr>
          <a:xfrm>
            <a:off x="4835471" y="790413"/>
            <a:ext cx="0" cy="5021451"/>
          </a:xfrm>
          <a:prstGeom prst="line">
            <a:avLst/>
          </a:prstGeom>
          <a:ln w="38100">
            <a:solidFill>
              <a:srgbClr val="1F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3C6D1EE0-46DB-4EB8-AA8E-BEE02D587370}"/>
              </a:ext>
            </a:extLst>
          </p:cNvPr>
          <p:cNvSpPr/>
          <p:nvPr/>
        </p:nvSpPr>
        <p:spPr>
          <a:xfrm>
            <a:off x="0" y="0"/>
            <a:ext cx="12192000" cy="4836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B25EB-AD69-48F6-9EDD-E32927D3CC89}"/>
              </a:ext>
            </a:extLst>
          </p:cNvPr>
          <p:cNvSpPr txBox="1"/>
          <p:nvPr/>
        </p:nvSpPr>
        <p:spPr>
          <a:xfrm>
            <a:off x="0" y="12954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dirty="0">
                <a:solidFill>
                  <a:schemeClr val="bg1"/>
                </a:solidFill>
                <a:effectLst/>
                <a:latin typeface="ChosunGu"/>
              </a:rPr>
              <a:t>2. CSS </a:t>
            </a:r>
            <a:r>
              <a:rPr lang="ko-KR" altLang="en-US" b="1" i="0" dirty="0">
                <a:solidFill>
                  <a:schemeClr val="bg1"/>
                </a:solidFill>
                <a:effectLst/>
                <a:latin typeface="ChosunGu"/>
              </a:rPr>
              <a:t>레이아웃 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EF1FBD-5456-4882-81F0-A9E6CDCA350B}"/>
              </a:ext>
            </a:extLst>
          </p:cNvPr>
          <p:cNvSpPr txBox="1"/>
          <p:nvPr/>
        </p:nvSpPr>
        <p:spPr>
          <a:xfrm>
            <a:off x="8876868" y="671791"/>
            <a:ext cx="3315132" cy="296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Grid </a:t>
            </a:r>
            <a:r>
              <a:rPr lang="ko-KR" altLang="en-US" sz="1400" dirty="0"/>
              <a:t>또는</a:t>
            </a:r>
            <a:r>
              <a:rPr lang="en-US" altLang="ko-KR" sz="1400" dirty="0"/>
              <a:t>Flexbox</a:t>
            </a:r>
            <a:r>
              <a:rPr lang="ko-KR" altLang="en-US" sz="1400" dirty="0"/>
              <a:t>를 활용한 다단 레이아웃 구성</a:t>
            </a:r>
            <a:r>
              <a:rPr lang="en-US" altLang="ko-KR" sz="1400" dirty="0"/>
              <a:t>, </a:t>
            </a:r>
            <a:r>
              <a:rPr lang="ko-KR" altLang="en-US" sz="1400" dirty="0"/>
              <a:t>데이터 강조 스타일링 적용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카드</a:t>
            </a:r>
            <a:r>
              <a:rPr lang="en-US" altLang="ko-KR" sz="1400" dirty="0"/>
              <a:t>, </a:t>
            </a:r>
            <a:r>
              <a:rPr lang="ko-KR" altLang="en-US" sz="1400" dirty="0"/>
              <a:t>목록의 형식을 통하여 시각적으로 표현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 err="1"/>
              <a:t>미디어쿼리</a:t>
            </a:r>
            <a:r>
              <a:rPr lang="en-US" altLang="ko-KR" sz="1400" dirty="0"/>
              <a:t>(@media)</a:t>
            </a:r>
            <a:r>
              <a:rPr lang="ko-KR" altLang="en-US" sz="1400" dirty="0"/>
              <a:t>를 활용한 모바일</a:t>
            </a:r>
            <a:r>
              <a:rPr lang="en-US" altLang="ko-KR" sz="1400" dirty="0"/>
              <a:t>/</a:t>
            </a:r>
            <a:r>
              <a:rPr lang="ko-KR" altLang="en-US" sz="1400" dirty="0"/>
              <a:t>태블릿</a:t>
            </a:r>
            <a:r>
              <a:rPr lang="en-US" altLang="ko-KR" sz="1400" dirty="0"/>
              <a:t>/pc</a:t>
            </a:r>
            <a:r>
              <a:rPr lang="ko-KR" altLang="en-US" sz="1400" dirty="0"/>
              <a:t>해상도 대응 표현</a:t>
            </a:r>
            <a:endParaRPr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61B8C6-C62D-48C7-AEE4-414A1507F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83" y="506559"/>
            <a:ext cx="1798382" cy="5615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16782E8-A81A-4858-8DEC-4D2630163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868" y="546862"/>
            <a:ext cx="1889162" cy="558863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BA37234-20C6-471B-87A5-F28CC7D30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981" y="546862"/>
            <a:ext cx="2095737" cy="558863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1EDA0CB-FB60-4680-8F2A-E44882CCC4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669" y="546862"/>
            <a:ext cx="1889162" cy="5615500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D033E4E-F2D7-4B97-8EA7-340E89EBCDE9}"/>
              </a:ext>
            </a:extLst>
          </p:cNvPr>
          <p:cNvCxnSpPr>
            <a:cxnSpLocks/>
          </p:cNvCxnSpPr>
          <p:nvPr/>
        </p:nvCxnSpPr>
        <p:spPr>
          <a:xfrm>
            <a:off x="2244201" y="546862"/>
            <a:ext cx="0" cy="5021451"/>
          </a:xfrm>
          <a:prstGeom prst="line">
            <a:avLst/>
          </a:prstGeom>
          <a:ln w="38100">
            <a:solidFill>
              <a:srgbClr val="1F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C010EE2-E4ED-4C9D-9E0A-DD48A32A5509}"/>
              </a:ext>
            </a:extLst>
          </p:cNvPr>
          <p:cNvCxnSpPr>
            <a:cxnSpLocks/>
          </p:cNvCxnSpPr>
          <p:nvPr/>
        </p:nvCxnSpPr>
        <p:spPr>
          <a:xfrm>
            <a:off x="4411851" y="671791"/>
            <a:ext cx="0" cy="5021451"/>
          </a:xfrm>
          <a:prstGeom prst="line">
            <a:avLst/>
          </a:prstGeom>
          <a:ln w="38100">
            <a:solidFill>
              <a:srgbClr val="1F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1D43B7B-2B10-48E2-99AD-B9CD9B26C92D}"/>
              </a:ext>
            </a:extLst>
          </p:cNvPr>
          <p:cNvCxnSpPr>
            <a:cxnSpLocks/>
          </p:cNvCxnSpPr>
          <p:nvPr/>
        </p:nvCxnSpPr>
        <p:spPr>
          <a:xfrm>
            <a:off x="6762426" y="625384"/>
            <a:ext cx="0" cy="5021451"/>
          </a:xfrm>
          <a:prstGeom prst="line">
            <a:avLst/>
          </a:prstGeom>
          <a:ln w="38100">
            <a:solidFill>
              <a:srgbClr val="1F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A7E2402B-4E3C-484E-9E3C-06FF6CD9E87F}"/>
              </a:ext>
            </a:extLst>
          </p:cNvPr>
          <p:cNvSpPr/>
          <p:nvPr/>
        </p:nvSpPr>
        <p:spPr>
          <a:xfrm>
            <a:off x="0" y="0"/>
            <a:ext cx="12192000" cy="4836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D28E36-B471-40D9-BCBB-E6DC84A86BA3}"/>
              </a:ext>
            </a:extLst>
          </p:cNvPr>
          <p:cNvSpPr txBox="1"/>
          <p:nvPr/>
        </p:nvSpPr>
        <p:spPr>
          <a:xfrm>
            <a:off x="338121" y="57150"/>
            <a:ext cx="515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3. README.md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6DE881-1A02-41CE-875A-8D2EB0DCE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21" y="650929"/>
            <a:ext cx="5743575" cy="45815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EEE116B-E6A5-4DD5-8B29-E36A5B894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064" y="650929"/>
            <a:ext cx="5410120" cy="4581525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2A6666C-C003-4B9A-88E3-3B39354FE354}"/>
              </a:ext>
            </a:extLst>
          </p:cNvPr>
          <p:cNvCxnSpPr>
            <a:cxnSpLocks/>
          </p:cNvCxnSpPr>
          <p:nvPr/>
        </p:nvCxnSpPr>
        <p:spPr>
          <a:xfrm>
            <a:off x="6276814" y="650929"/>
            <a:ext cx="0" cy="5021451"/>
          </a:xfrm>
          <a:prstGeom prst="line">
            <a:avLst/>
          </a:prstGeom>
          <a:ln w="38100">
            <a:solidFill>
              <a:srgbClr val="1F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B6628EA-26EA-4681-84B8-356CBA68588C}"/>
              </a:ext>
            </a:extLst>
          </p:cNvPr>
          <p:cNvSpPr txBox="1"/>
          <p:nvPr/>
        </p:nvSpPr>
        <p:spPr>
          <a:xfrm>
            <a:off x="526487" y="5399751"/>
            <a:ext cx="5033450" cy="1026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프로젝트 목적 작성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</a:t>
            </a:r>
            <a:r>
              <a:rPr lang="ko-KR" altLang="en-US" sz="1400" dirty="0"/>
              <a:t>사용데이터 출처 작성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구현 기능 요약</a:t>
            </a:r>
            <a:r>
              <a:rPr lang="en-US" altLang="ko-KR" sz="1400" dirty="0"/>
              <a:t> </a:t>
            </a:r>
            <a:r>
              <a:rPr lang="ko-KR" altLang="en-US" sz="1400" dirty="0"/>
              <a:t>작성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033811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A7E2402B-4E3C-484E-9E3C-06FF6CD9E87F}"/>
              </a:ext>
            </a:extLst>
          </p:cNvPr>
          <p:cNvSpPr/>
          <p:nvPr/>
        </p:nvSpPr>
        <p:spPr>
          <a:xfrm>
            <a:off x="0" y="0"/>
            <a:ext cx="12192000" cy="4836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6628EA-26EA-4681-84B8-356CBA68588C}"/>
              </a:ext>
            </a:extLst>
          </p:cNvPr>
          <p:cNvSpPr txBox="1"/>
          <p:nvPr/>
        </p:nvSpPr>
        <p:spPr>
          <a:xfrm>
            <a:off x="526486" y="5399751"/>
            <a:ext cx="9733391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데이터 출처</a:t>
            </a:r>
            <a:r>
              <a:rPr lang="en-US" altLang="ko-KR" sz="1400" dirty="0"/>
              <a:t>: </a:t>
            </a:r>
            <a:r>
              <a:rPr lang="en-US" altLang="ko-KR" sz="1400" dirty="0">
                <a:hlinkClick r:id="rId2"/>
              </a:rPr>
              <a:t>https://www.data.go.kr/tcs/dss/selectFileDataDetailView.do?publicDataPk=15089531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엑셀파일로 다운을 받아 필터를 걸어서  전체 건</a:t>
            </a:r>
            <a:r>
              <a:rPr lang="en-US" altLang="ko-KR" sz="1400" dirty="0"/>
              <a:t>,  </a:t>
            </a:r>
            <a:r>
              <a:rPr lang="ko-KR" altLang="en-US" sz="1400" dirty="0"/>
              <a:t>급여</a:t>
            </a:r>
            <a:r>
              <a:rPr lang="en-US" altLang="ko-KR" sz="1400" dirty="0"/>
              <a:t>.</a:t>
            </a:r>
            <a:r>
              <a:rPr lang="ko-KR" altLang="en-US" sz="1400" dirty="0"/>
              <a:t>비급여 개수</a:t>
            </a:r>
            <a:r>
              <a:rPr lang="en-US" altLang="ko-KR" sz="1400" dirty="0"/>
              <a:t>, </a:t>
            </a:r>
            <a:r>
              <a:rPr lang="ko-KR" altLang="en-US" sz="1400" dirty="0"/>
              <a:t>제약회사 개수 확인 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* </a:t>
            </a:r>
            <a:r>
              <a:rPr lang="ko-KR" altLang="en-US" sz="1400" dirty="0"/>
              <a:t>제약회사가 많아서 이번  </a:t>
            </a:r>
            <a:r>
              <a:rPr lang="en-US" altLang="ko-KR" sz="1400" dirty="0"/>
              <a:t>UI</a:t>
            </a:r>
            <a:r>
              <a:rPr lang="ko-KR" altLang="en-US" sz="1400" dirty="0"/>
              <a:t>구현은 </a:t>
            </a:r>
            <a:r>
              <a:rPr lang="en-US" altLang="ko-KR" sz="1400" dirty="0"/>
              <a:t>12</a:t>
            </a:r>
            <a:r>
              <a:rPr lang="ko-KR" altLang="en-US" sz="1400" dirty="0"/>
              <a:t>곳의 제약회사만 추출해서 작성했습니다</a:t>
            </a:r>
            <a:r>
              <a:rPr lang="en-US" altLang="ko-KR" sz="14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664FA0-907B-4382-A6B7-BB8AEE6AF7CC}"/>
              </a:ext>
            </a:extLst>
          </p:cNvPr>
          <p:cNvSpPr txBox="1"/>
          <p:nvPr/>
        </p:nvSpPr>
        <p:spPr>
          <a:xfrm>
            <a:off x="126689" y="114300"/>
            <a:ext cx="515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+mn-ea"/>
              </a:rPr>
              <a:t>4. Data –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웹페이지에 사용된 이미지 등 데이터</a:t>
            </a:r>
            <a:r>
              <a:rPr lang="en-US" altLang="ko-KR" b="1" dirty="0">
                <a:solidFill>
                  <a:schemeClr val="bg1"/>
                </a:solidFill>
                <a:latin typeface="+mn-ea"/>
              </a:rPr>
              <a:t> 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E8CE05-427D-4319-800D-933C8AA69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87" y="597932"/>
            <a:ext cx="8679051" cy="44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28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238</Words>
  <Application>Microsoft Office PowerPoint</Application>
  <PresentationFormat>와이드스크린</PresentationFormat>
  <Paragraphs>32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ChosunGu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19</cp:revision>
  <dcterms:created xsi:type="dcterms:W3CDTF">2026-03-10T17:23:29Z</dcterms:created>
  <dcterms:modified xsi:type="dcterms:W3CDTF">2026-06-26T03:17:50Z</dcterms:modified>
</cp:coreProperties>
</file>