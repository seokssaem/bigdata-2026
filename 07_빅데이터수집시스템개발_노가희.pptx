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0" r:id="rId3"/>
    <p:sldId id="257" r:id="rId4"/>
    <p:sldId id="259" r:id="rId5"/>
    <p:sldId id="261" r:id="rId6"/>
    <p:sldId id="258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수집시스템 개발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노가희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2026-07-03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NoGaHee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94360" y="489599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빅데이터수집시스템개발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_이름.pptx,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collector.py, transformer.py, validator.py, output/collected_data.csv, README.md</a:t>
            </a:r>
            <a:endParaRPr lang="ko-KR" altLang="en-US" sz="1100" dirty="0">
              <a:solidFill>
                <a:srgbClr val="1F3864"/>
              </a:solidFill>
              <a:latin typeface="Consolas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 수집시스템 개발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 수집시스템 개발  (2001020903_24v3)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DF3250A-608C-4045-858F-B4F43EEEB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012" y="1858204"/>
            <a:ext cx="9705975" cy="37623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61D2F7-EC54-4286-B986-323029F8C11C}"/>
              </a:ext>
            </a:extLst>
          </p:cNvPr>
          <p:cNvSpPr txBox="1"/>
          <p:nvPr/>
        </p:nvSpPr>
        <p:spPr>
          <a:xfrm>
            <a:off x="503339" y="419450"/>
            <a:ext cx="25458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1. </a:t>
            </a:r>
            <a:r>
              <a:rPr lang="ko-KR" altLang="en-US" sz="2000" dirty="0"/>
              <a:t>최종 데이터프레임</a:t>
            </a:r>
          </a:p>
        </p:txBody>
      </p:sp>
    </p:spTree>
    <p:extLst>
      <p:ext uri="{BB962C8B-B14F-4D97-AF65-F5344CB8AC3E}">
        <p14:creationId xmlns:p14="http://schemas.microsoft.com/office/powerpoint/2010/main" val="4222188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A13F019-2B95-4634-989E-4C2F3FDBD91F}"/>
              </a:ext>
            </a:extLst>
          </p:cNvPr>
          <p:cNvSpPr txBox="1"/>
          <p:nvPr/>
        </p:nvSpPr>
        <p:spPr>
          <a:xfrm>
            <a:off x="503339" y="419450"/>
            <a:ext cx="2201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2. </a:t>
            </a:r>
            <a:r>
              <a:rPr lang="en-US" altLang="ko-KR" sz="2000" dirty="0" err="1"/>
              <a:t>pgAdmin</a:t>
            </a:r>
            <a:r>
              <a:rPr lang="ko-KR" altLang="en-US" sz="2000" dirty="0"/>
              <a:t> 테이블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4777A3B-8ACE-4EDA-AA4C-2663B76245A5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768661" y="58723"/>
            <a:ext cx="7920000" cy="63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FDDE62-ABC8-496A-9E3B-118AF5A99CE8}"/>
              </a:ext>
            </a:extLst>
          </p:cNvPr>
          <p:cNvSpPr txBox="1"/>
          <p:nvPr/>
        </p:nvSpPr>
        <p:spPr>
          <a:xfrm>
            <a:off x="503339" y="419450"/>
            <a:ext cx="2201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2. </a:t>
            </a:r>
            <a:r>
              <a:rPr lang="en-US" altLang="ko-KR" sz="2000" dirty="0" err="1"/>
              <a:t>pgAdmin</a:t>
            </a:r>
            <a:r>
              <a:rPr lang="ko-KR" altLang="en-US" sz="2000" dirty="0"/>
              <a:t> 테이블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DEDFF19-7466-4960-B2B3-BB4C56B850F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768661" y="58723"/>
            <a:ext cx="7920000" cy="63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369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3005C8B-8BEA-4CF7-B897-E544C98F96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06" b="9480"/>
          <a:stretch/>
        </p:blipFill>
        <p:spPr>
          <a:xfrm>
            <a:off x="4335808" y="142613"/>
            <a:ext cx="7400390" cy="62078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8D6871-E7E0-4863-9F7A-5ABEAEACA0D7}"/>
              </a:ext>
            </a:extLst>
          </p:cNvPr>
          <p:cNvSpPr txBox="1"/>
          <p:nvPr/>
        </p:nvSpPr>
        <p:spPr>
          <a:xfrm>
            <a:off x="503339" y="419450"/>
            <a:ext cx="19766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3. CSV </a:t>
            </a:r>
            <a:r>
              <a:rPr lang="ko-KR" altLang="en-US" sz="2000" dirty="0"/>
              <a:t>저장 파일</a:t>
            </a:r>
          </a:p>
        </p:txBody>
      </p:sp>
    </p:spTree>
    <p:extLst>
      <p:ext uri="{BB962C8B-B14F-4D97-AF65-F5344CB8AC3E}">
        <p14:creationId xmlns:p14="http://schemas.microsoft.com/office/powerpoint/2010/main" val="3834800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BB760E2-195C-4124-AFA1-ADB60BF53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7663" y="266486"/>
            <a:ext cx="7053918" cy="61076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ACAAD8-B652-4736-85FF-B70E4F7CEAF5}"/>
              </a:ext>
            </a:extLst>
          </p:cNvPr>
          <p:cNvSpPr txBox="1"/>
          <p:nvPr/>
        </p:nvSpPr>
        <p:spPr>
          <a:xfrm>
            <a:off x="503339" y="419450"/>
            <a:ext cx="13488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4. README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112</Words>
  <Application>Microsoft Office PowerPoint</Application>
  <PresentationFormat>와이드스크린</PresentationFormat>
  <Paragraphs>15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23</cp:revision>
  <dcterms:created xsi:type="dcterms:W3CDTF">2026-03-10T17:23:29Z</dcterms:created>
  <dcterms:modified xsi:type="dcterms:W3CDTF">2026-07-03T02:41:32Z</dcterms:modified>
</cp:coreProperties>
</file>