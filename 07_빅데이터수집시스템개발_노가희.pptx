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57" r:id="rId4"/>
    <p:sldId id="259" r:id="rId5"/>
    <p:sldId id="261" r:id="rId6"/>
    <p:sldId id="258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837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3437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F7FCEC0-9BF7-C7AB-2E28-BF9358ECB10A}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6A3C5D1-F241-4B07-65D0-0487E88E244A}"/>
              </a:ext>
            </a:extLst>
          </p:cNvPr>
          <p:cNvSpPr/>
          <p:nvPr userDrawn="1"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5">
            <a:extLst>
              <a:ext uri="{FF2B5EF4-FFF2-40B4-BE49-F238E27FC236}">
                <a16:creationId xmlns:a16="http://schemas.microsoft.com/office/drawing/2014/main" id="{A3EFE6F8-DA1A-85A4-6F9E-896D0BB01EE1}"/>
              </a:ext>
            </a:extLst>
          </p:cNvPr>
          <p:cNvSpPr/>
          <p:nvPr userDrawn="1"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5B82CC4B-4723-62DA-34D4-85571F3B4C25}"/>
              </a:ext>
            </a:extLst>
          </p:cNvPr>
          <p:cNvSpPr/>
          <p:nvPr userDrawn="1"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）빅데이터 분석 플랫폼 개발자 양성과정  |  빅데이터 </a:t>
            </a:r>
            <a:r>
              <a:rPr 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수집시스템 개발</a:t>
            </a:r>
            <a:endParaRPr lang="en-US" sz="800" dirty="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04F34FF-DD31-5BC2-53F0-68A043D0CAAC}"/>
              </a:ext>
            </a:extLst>
          </p:cNvPr>
          <p:cNvSpPr/>
          <p:nvPr userDrawn="1"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fld id="{B4DF1AC8-19D0-4BA0-AE8B-CFB9F8DCD785}" type="slidenum">
              <a:rPr lang="en-US" sz="850" smtClean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‹#›</a:t>
            </a:fld>
            <a:endParaRPr lang="en-US" sz="8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9307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제출 </a:t>
            </a:r>
            <a:r>
              <a:rPr lang="en-US" sz="1200" b="1" dirty="0" err="1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</a:t>
            </a:r>
            <a:r>
              <a:rPr 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</a:t>
            </a:r>
            <a:r>
              <a:rPr lang="ko-KR" alt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학사시스템 능력 평가 게시판 및</a:t>
            </a:r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GitHub Repository  →  본인 Branch Push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5212080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897880" y="3520440"/>
            <a:ext cx="5852160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352044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</a:t>
            </a:r>
            <a:r>
              <a:rPr lang="ko-KR" alt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노가희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0" y="3520440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수행날짜</a:t>
            </a: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2026-07-03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11274552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94360" y="42062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 </a:t>
            </a:r>
            <a:r>
              <a:rPr 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NoGaHee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7764" y="4892040"/>
            <a:ext cx="11274552" cy="685800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Text 13"/>
          <p:cNvSpPr/>
          <p:nvPr/>
        </p:nvSpPr>
        <p:spPr>
          <a:xfrm>
            <a:off x="594360" y="489599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base" latinLnBrk="1"/>
            <a:r>
              <a:rPr lang="en-US" sz="11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📂 </a:t>
            </a:r>
            <a:r>
              <a:rPr lang="en-US" sz="11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</a:t>
            </a:r>
            <a:r>
              <a:rPr lang="en-US" sz="11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</a:t>
            </a:r>
            <a:r>
              <a:rPr lang="en-US" sz="11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</a:t>
            </a: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07_</a:t>
            </a:r>
            <a:r>
              <a:rPr lang="ko-KR" altLang="en-US" sz="1100" dirty="0" err="1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빅데이터수집시스템개발</a:t>
            </a: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_이름.pptx, 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</a:rPr>
              <a:t>collector.py, transformer.py, validator.py, output/collected_data.csv, README.md</a:t>
            </a:r>
            <a:endParaRPr lang="ko-KR" altLang="en-US" sz="1100" dirty="0">
              <a:solidFill>
                <a:srgbClr val="1F3864"/>
              </a:solidFill>
              <a:latin typeface="Consolas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94360" y="52303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🔗 Repository  </a:t>
            </a:r>
            <a:r>
              <a:rPr lang="en-US" sz="10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https://github.com/seokssaem/bigdata-2026.git</a:t>
            </a:r>
            <a:endParaRPr lang="en-US" sz="1050" dirty="0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8BC81973-757D-485D-96FF-3696C0A0A77D}"/>
              </a:ext>
            </a:extLst>
          </p:cNvPr>
          <p:cNvGrpSpPr/>
          <p:nvPr/>
        </p:nvGrpSpPr>
        <p:grpSpPr>
          <a:xfrm>
            <a:off x="320040" y="502920"/>
            <a:ext cx="11564992" cy="2225950"/>
            <a:chOff x="320040" y="502920"/>
            <a:chExt cx="8503920" cy="1636776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E43AED38-6721-43F1-ADB5-9F80281533BE}"/>
                </a:ext>
              </a:extLst>
            </p:cNvPr>
            <p:cNvSpPr/>
            <p:nvPr/>
          </p:nvSpPr>
          <p:spPr>
            <a:xfrm>
              <a:off x="320040" y="502920"/>
              <a:ext cx="8391211" cy="1188720"/>
            </a:xfrm>
            <a:prstGeom prst="rect">
              <a:avLst/>
            </a:prstGeom>
            <a:solidFill>
              <a:srgbClr val="1B3060"/>
            </a:solidFill>
            <a:ln w="12700">
              <a:solidFill>
                <a:srgbClr val="1B3060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Text 1">
              <a:extLst>
                <a:ext uri="{FF2B5EF4-FFF2-40B4-BE49-F238E27FC236}">
                  <a16:creationId xmlns:a16="http://schemas.microsoft.com/office/drawing/2014/main" id="{B38B700B-665B-4954-A350-4E77CC95815B}"/>
                </a:ext>
              </a:extLst>
            </p:cNvPr>
            <p:cNvSpPr/>
            <p:nvPr/>
          </p:nvSpPr>
          <p:spPr>
            <a:xfrm>
              <a:off x="411480" y="548640"/>
              <a:ext cx="8321040" cy="6583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34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빅데이터 수집시스템 개발</a:t>
              </a:r>
              <a:endParaRPr lang="en-US" sz="3400" dirty="0"/>
            </a:p>
          </p:txBody>
        </p:sp>
        <p:sp>
          <p:nvSpPr>
            <p:cNvPr id="25" name="Text 2">
              <a:extLst>
                <a:ext uri="{FF2B5EF4-FFF2-40B4-BE49-F238E27FC236}">
                  <a16:creationId xmlns:a16="http://schemas.microsoft.com/office/drawing/2014/main" id="{DF463385-4573-444B-A0C5-E828EF08007F}"/>
                </a:ext>
              </a:extLst>
            </p:cNvPr>
            <p:cNvSpPr/>
            <p:nvPr/>
          </p:nvSpPr>
          <p:spPr>
            <a:xfrm>
              <a:off x="411480" y="1097280"/>
              <a:ext cx="832104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kern="0" spc="300" dirty="0">
                  <a:solidFill>
                    <a:srgbClr val="CADCFC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평 가 작 업 지 시 서</a:t>
              </a:r>
              <a:endParaRPr lang="en-US" sz="1600" dirty="0"/>
            </a:p>
          </p:txBody>
        </p:sp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D719A7B1-B47A-4564-BE8B-9B7839CC1A15}"/>
                </a:ext>
              </a:extLst>
            </p:cNvPr>
            <p:cNvSpPr/>
            <p:nvPr/>
          </p:nvSpPr>
          <p:spPr>
            <a:xfrm>
              <a:off x="320040" y="1847088"/>
              <a:ext cx="850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빅데이터 수집시스템 개발  (2001020903_24v3)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3250A-608C-4045-858F-B4F43EEEB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012" y="1858204"/>
            <a:ext cx="9705975" cy="37623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61D2F7-EC54-4286-B986-323029F8C11C}"/>
              </a:ext>
            </a:extLst>
          </p:cNvPr>
          <p:cNvSpPr txBox="1"/>
          <p:nvPr/>
        </p:nvSpPr>
        <p:spPr>
          <a:xfrm>
            <a:off x="503339" y="419450"/>
            <a:ext cx="2545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1. </a:t>
            </a:r>
            <a:r>
              <a:rPr lang="ko-KR" altLang="en-US" sz="2000" dirty="0"/>
              <a:t>최종 데이터프레임</a:t>
            </a:r>
          </a:p>
        </p:txBody>
      </p:sp>
    </p:spTree>
    <p:extLst>
      <p:ext uri="{BB962C8B-B14F-4D97-AF65-F5344CB8AC3E}">
        <p14:creationId xmlns:p14="http://schemas.microsoft.com/office/powerpoint/2010/main" val="4222188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ED8360D-6FF8-4969-93BF-7C1F3B188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5576" y="105797"/>
            <a:ext cx="7920000" cy="63077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13F019-2B95-4634-989E-4C2F3FDBD91F}"/>
              </a:ext>
            </a:extLst>
          </p:cNvPr>
          <p:cNvSpPr txBox="1"/>
          <p:nvPr/>
        </p:nvSpPr>
        <p:spPr>
          <a:xfrm>
            <a:off x="503339" y="419450"/>
            <a:ext cx="2201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2. </a:t>
            </a:r>
            <a:r>
              <a:rPr lang="en-US" altLang="ko-KR" sz="2000" dirty="0" err="1"/>
              <a:t>pgAdmin</a:t>
            </a:r>
            <a:r>
              <a:rPr lang="ko-KR" altLang="en-US" sz="2000" dirty="0"/>
              <a:t> 테이블</a:t>
            </a:r>
          </a:p>
        </p:txBody>
      </p:sp>
    </p:spTree>
    <p:extLst>
      <p:ext uri="{BB962C8B-B14F-4D97-AF65-F5344CB8AC3E}">
        <p14:creationId xmlns:p14="http://schemas.microsoft.com/office/powerpoint/2010/main" val="4288695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E8C4DBB-F478-474B-9FAC-945DFF7E1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53" y="104430"/>
            <a:ext cx="7933334" cy="630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FDDE62-ABC8-496A-9E3B-118AF5A99CE8}"/>
              </a:ext>
            </a:extLst>
          </p:cNvPr>
          <p:cNvSpPr txBox="1"/>
          <p:nvPr/>
        </p:nvSpPr>
        <p:spPr>
          <a:xfrm>
            <a:off x="503339" y="419450"/>
            <a:ext cx="2201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2. </a:t>
            </a:r>
            <a:r>
              <a:rPr lang="en-US" altLang="ko-KR" sz="2000" dirty="0" err="1"/>
              <a:t>pgAdmin</a:t>
            </a:r>
            <a:r>
              <a:rPr lang="ko-KR" altLang="en-US" sz="2000" dirty="0"/>
              <a:t> 테이블</a:t>
            </a:r>
          </a:p>
        </p:txBody>
      </p:sp>
    </p:spTree>
    <p:extLst>
      <p:ext uri="{BB962C8B-B14F-4D97-AF65-F5344CB8AC3E}">
        <p14:creationId xmlns:p14="http://schemas.microsoft.com/office/powerpoint/2010/main" val="3817369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3005C8B-8BEA-4CF7-B897-E544C98F96E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06" b="9480"/>
          <a:stretch/>
        </p:blipFill>
        <p:spPr>
          <a:xfrm>
            <a:off x="4335808" y="142613"/>
            <a:ext cx="7400390" cy="62078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8D6871-E7E0-4863-9F7A-5ABEAEACA0D7}"/>
              </a:ext>
            </a:extLst>
          </p:cNvPr>
          <p:cNvSpPr txBox="1"/>
          <p:nvPr/>
        </p:nvSpPr>
        <p:spPr>
          <a:xfrm>
            <a:off x="503339" y="419450"/>
            <a:ext cx="1976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3. CSV </a:t>
            </a:r>
            <a:r>
              <a:rPr lang="ko-KR" altLang="en-US" sz="2000" dirty="0"/>
              <a:t>저장 파일</a:t>
            </a:r>
          </a:p>
        </p:txBody>
      </p:sp>
    </p:spTree>
    <p:extLst>
      <p:ext uri="{BB962C8B-B14F-4D97-AF65-F5344CB8AC3E}">
        <p14:creationId xmlns:p14="http://schemas.microsoft.com/office/powerpoint/2010/main" val="3834800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BB760E2-195C-4124-AFA1-ADB60BF53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7663" y="266486"/>
            <a:ext cx="7053918" cy="61076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2ACAAD8-B652-4736-85FF-B70E4F7CEAF5}"/>
              </a:ext>
            </a:extLst>
          </p:cNvPr>
          <p:cNvSpPr txBox="1"/>
          <p:nvPr/>
        </p:nvSpPr>
        <p:spPr>
          <a:xfrm>
            <a:off x="503339" y="419450"/>
            <a:ext cx="1348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4. README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91977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112</Words>
  <Application>Microsoft Office PowerPoint</Application>
  <PresentationFormat>와이드스크린</PresentationFormat>
  <Paragraphs>15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03_프로그래밍언어응용</dc:title>
  <dc:subject>PptxGenJS Presentation</dc:subject>
  <dc:creator>PptxGenJS</dc:creator>
  <cp:lastModifiedBy>FullName</cp:lastModifiedBy>
  <cp:revision>21</cp:revision>
  <dcterms:created xsi:type="dcterms:W3CDTF">2026-03-10T17:23:29Z</dcterms:created>
  <dcterms:modified xsi:type="dcterms:W3CDTF">2026-07-03T02:24:12Z</dcterms:modified>
</cp:coreProperties>
</file>