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3" r:id="rId4"/>
    <p:sldId id="259" r:id="rId5"/>
    <p:sldId id="260" r:id="rId6"/>
    <p:sldId id="261" r:id="rId7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6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1849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B9E42-5D2E-C11C-2ABD-D795D8A08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C34252-B91F-A59E-CC2D-E89865F350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CDE3E4-6169-870E-C6F4-DC17B44AF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21998-0633-9469-58FC-EC126FA5AC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649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47120" cy="11887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chemeClr val="bg1"/>
                </a:solidFill>
              </a:rPr>
              <a:t>개발자 환경 구축</a:t>
            </a:r>
            <a:endParaRPr lang="en-US" sz="3000" b="1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dirty="0">
                <a:solidFill>
                  <a:srgbClr val="EBF3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부</a:t>
            </a:r>
            <a:r>
              <a:rPr lang="en-US" sz="2200" dirty="0">
                <a:solidFill>
                  <a:srgbClr val="EBF3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평 가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 환경 구축 (2001020233_23v5</a:t>
            </a:r>
            <a:r>
              <a:rPr lang="en-US" altLang="ko-KR" sz="12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127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 방법: GitHub Repository → 본인 Branch Push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5394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374904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 </a:t>
            </a:r>
            <a:r>
              <a:rPr lang="ko-KR" alt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김시현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19520" y="3738880"/>
            <a:ext cx="5394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4" name="Text 12"/>
          <p:cNvSpPr/>
          <p:nvPr/>
        </p:nvSpPr>
        <p:spPr>
          <a:xfrm>
            <a:off x="6456680" y="373888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제출일 : 2026-05-14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11165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85800" y="438912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dirty="0" err="1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</a:t>
            </a: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00" dirty="0" err="1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</a:t>
            </a: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00" dirty="0" err="1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hyun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💻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1. Windows 명령어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명령어 실행 화면(결과 포함)을 캡처하여 아래에 붙여넣으시오.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2860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6052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25196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8388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7532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2860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6052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25196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8388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27532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" y="5984240"/>
            <a:ext cx="11795760" cy="41148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20040" y="598424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명령어 입력창과 실행 결과가 동시에 보이도록 캡처하세요.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900" dirty="0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A0261BD2-E56A-4029-B8C9-55630FA43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59104"/>
            <a:ext cx="3840479" cy="1690899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30851730-615A-4743-A0EC-DE5D32DA47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298955"/>
            <a:ext cx="3657600" cy="843251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C3E151C8-3C64-4182-87BC-A2932B575F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1005841"/>
            <a:ext cx="3840479" cy="1605656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99F3ADD5-E1AC-4D04-9F7A-0A0F078ACA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465" y="2784246"/>
            <a:ext cx="3840479" cy="17660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5FB6D-F008-445F-0412-58D8AA68E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F78C529-ED0F-9C66-1D43-4ABFF6EEDFF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6AE9346-5517-8F25-6D88-BD0B2035D81B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163F7D7-57FD-6A58-4DC3-F4BDA715E74B}"/>
              </a:ext>
            </a:extLst>
          </p:cNvPr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💻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1. Windows 명령어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5297367-74A5-4A80-E65E-0CBE7914FF5A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명령어 실행 화면(결과 포함)을 캡처하여 아래에 붙여넣으시오.</a:t>
            </a:r>
            <a:endParaRPr lang="en-US" sz="1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48CEACC-46BF-53A2-4084-216855766112}"/>
              </a:ext>
            </a:extLst>
          </p:cNvPr>
          <p:cNvSpPr/>
          <p:nvPr/>
        </p:nvSpPr>
        <p:spPr>
          <a:xfrm>
            <a:off x="211836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ACA60DD-1E9A-C000-4116-1260DBD6701E}"/>
              </a:ext>
            </a:extLst>
          </p:cNvPr>
          <p:cNvSpPr/>
          <p:nvPr/>
        </p:nvSpPr>
        <p:spPr>
          <a:xfrm>
            <a:off x="220980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F8014C6-2766-4771-E58F-B9DA3170FDF3}"/>
              </a:ext>
            </a:extLst>
          </p:cNvPr>
          <p:cNvSpPr/>
          <p:nvPr/>
        </p:nvSpPr>
        <p:spPr>
          <a:xfrm>
            <a:off x="614172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23B9BF0-0B5E-CC69-8D3A-FA77B6EC8E72}"/>
              </a:ext>
            </a:extLst>
          </p:cNvPr>
          <p:cNvSpPr/>
          <p:nvPr/>
        </p:nvSpPr>
        <p:spPr>
          <a:xfrm>
            <a:off x="623316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E533A7F-6672-0AAA-876B-9696F9DA2BC2}"/>
              </a:ext>
            </a:extLst>
          </p:cNvPr>
          <p:cNvSpPr/>
          <p:nvPr/>
        </p:nvSpPr>
        <p:spPr>
          <a:xfrm>
            <a:off x="211836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B56921F-D994-58E2-48F5-0390298B4753}"/>
              </a:ext>
            </a:extLst>
          </p:cNvPr>
          <p:cNvSpPr/>
          <p:nvPr/>
        </p:nvSpPr>
        <p:spPr>
          <a:xfrm>
            <a:off x="220980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229B521-F55C-E8C8-AA54-AB92DC4D27D6}"/>
              </a:ext>
            </a:extLst>
          </p:cNvPr>
          <p:cNvSpPr/>
          <p:nvPr/>
        </p:nvSpPr>
        <p:spPr>
          <a:xfrm>
            <a:off x="614172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DC105FC-A595-F304-1816-D3B1F9FB5B7A}"/>
              </a:ext>
            </a:extLst>
          </p:cNvPr>
          <p:cNvSpPr/>
          <p:nvPr/>
        </p:nvSpPr>
        <p:spPr>
          <a:xfrm>
            <a:off x="623316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487CAAD-B1B6-E320-143E-537C2E4BD083}"/>
              </a:ext>
            </a:extLst>
          </p:cNvPr>
          <p:cNvSpPr/>
          <p:nvPr/>
        </p:nvSpPr>
        <p:spPr>
          <a:xfrm>
            <a:off x="182880" y="5984240"/>
            <a:ext cx="11795760" cy="41148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D56D9B1-AB5C-7289-D9B4-79094D1F09B9}"/>
              </a:ext>
            </a:extLst>
          </p:cNvPr>
          <p:cNvSpPr/>
          <p:nvPr/>
        </p:nvSpPr>
        <p:spPr>
          <a:xfrm>
            <a:off x="320040" y="598424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명령어 입력창과 실행 결과가 동시에 보이도록 캡처하세요.</a:t>
            </a:r>
            <a:endParaRPr lang="en-US" sz="11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3166C5E-3F5A-578E-5610-2994418E4808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6B4F4E3-6AE5-5773-A19F-25F3A18488B0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5741B62-61D4-A433-84CB-E24B13F45574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9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6F65F8A-1779-48EC-A1EC-C6120757D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360" y="1010602"/>
            <a:ext cx="3840479" cy="1688883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438517E0-534E-4314-9A81-A77D49F49B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721" y="1010603"/>
            <a:ext cx="3837304" cy="1723618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053791AC-B494-45AB-B47C-84B702085E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5505" y="2812416"/>
            <a:ext cx="3823334" cy="1772582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10227050-2A92-4D47-894E-63D75B00D2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9975" y="2847123"/>
            <a:ext cx="3840480" cy="166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198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🐧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2. Linux 명령어 실행 결과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Colab 또는 WSL 사용  |  Colab은 명령어 앞에 ! 붙이기  예) !pwd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2860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6052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Text 7"/>
          <p:cNvSpPr/>
          <p:nvPr/>
        </p:nvSpPr>
        <p:spPr>
          <a:xfrm>
            <a:off x="425196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>
              <a:solidFill>
                <a:srgbClr val="AAAAA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18388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7532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>
              <a:solidFill>
                <a:srgbClr val="AAAAA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3716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2860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6052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25196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7160" y="4663440"/>
            <a:ext cx="11795760" cy="411480"/>
          </a:xfrm>
          <a:prstGeom prst="rect">
            <a:avLst/>
          </a:prstGeom>
          <a:solidFill>
            <a:srgbClr val="E8F4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74320" y="466344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Google Colab 사용 시: !pwd, !</a:t>
            </a:r>
            <a:r>
              <a:rPr lang="en-US" sz="1100" dirty="0" err="1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mkdir</a:t>
            </a:r>
            <a:r>
              <a:rPr lang="en-US" sz="110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등 명령어 앞에 ! 를 붙이세요.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3. 파이썬 개발환경 구축 결과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 구축 과정의 결과를 캡처하여 순서대로 붙여넣으시오.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10312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Python 버전 확인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10312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78024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478024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551176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가상환경 생성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51176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551176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23744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18888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" name="Shape 17"/>
          <p:cNvSpPr/>
          <p:nvPr/>
        </p:nvSpPr>
        <p:spPr>
          <a:xfrm>
            <a:off x="4818888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892040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 가상환경 활성화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92040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892040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64608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59752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7159752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232904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 VS Code + Python 확장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32904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232904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05472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500616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1" name="Shape 29"/>
          <p:cNvSpPr/>
          <p:nvPr/>
        </p:nvSpPr>
        <p:spPr>
          <a:xfrm>
            <a:off x="9500616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9573768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 hello_exam.py 실행 결과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573768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9573768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546336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37160" y="3291840"/>
            <a:ext cx="11795760" cy="128016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274320" y="3291840"/>
            <a:ext cx="11612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최종 실행 결과 전체 화면 캡처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(VS Code 터미널에서 hello_exam.py 실행 → Hello, Exam! 출력 확인)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37160" y="4709160"/>
            <a:ext cx="11795760" cy="384048"/>
          </a:xfrm>
          <a:prstGeom prst="rect">
            <a:avLst/>
          </a:prstGeom>
          <a:solidFill>
            <a:srgbClr val="E8F4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274320" y="4709160"/>
            <a:ext cx="1152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가상환경 활성화 후 터미널 앞에 (exam_env) 표시 여부를 반드시 확인하고 캡처하세요.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6</a:t>
            </a:r>
            <a:endParaRPr lang="en-US" sz="900" dirty="0"/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1BB72B71-2A60-425F-8F2D-664C31644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1432578"/>
            <a:ext cx="2286000" cy="1484358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C6CC8962-96B2-4359-85DB-061C7D6C98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6518" y="1568196"/>
            <a:ext cx="2330219" cy="1417320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CCF8353B-0D10-4894-BA19-4D23EFA500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473" y="1844058"/>
            <a:ext cx="2155918" cy="1310622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C2E715EE-B4BA-4B74-9F34-DD25B64974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8004" y="1444752"/>
            <a:ext cx="2139697" cy="1448410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F2658CAF-CD95-42BB-BB22-FFF48D943B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518" y="3279666"/>
            <a:ext cx="9801098" cy="13853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📦 제출 방법 — GitHub Branch Push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완성된 PPT 파일을 아래 절차에 따라 GitHub에 Push하시오.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60704"/>
            <a:ext cx="11713464" cy="276352"/>
          </a:xfrm>
          <a:prstGeom prst="rect">
            <a:avLst/>
          </a:prstGeom>
          <a:solidFill>
            <a:srgbClr val="EBF3FB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10109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 Repository URL :  </a:t>
            </a:r>
            <a:r>
              <a:rPr lang="en-US" altLang="ko-KR" sz="1300" b="1" dirty="0">
                <a:solidFill>
                  <a:srgbClr val="1F3864"/>
                </a:solidFill>
                <a:latin typeface="Consolas" pitchFamily="34" charset="0"/>
              </a:rPr>
              <a:t>https://github.com/seokssaem/bigdata-2026.git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" y="1508760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37160" y="1508760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28600" y="150876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Repository Clone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1911096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56032" y="1911096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</a:t>
            </a:r>
            <a:r>
              <a:rPr lang="en-US" altLang="ko-KR" sz="1000" dirty="0">
                <a:solidFill>
                  <a:srgbClr val="333333"/>
                </a:solidFill>
                <a:latin typeface="Consolas" pitchFamily="34" charset="0"/>
              </a:rPr>
              <a:t>https://github.com/seokssaem/bigdata-2026.git</a:t>
            </a:r>
          </a:p>
        </p:txBody>
      </p:sp>
      <p:sp>
        <p:nvSpPr>
          <p:cNvPr id="13" name="Shape 11"/>
          <p:cNvSpPr/>
          <p:nvPr/>
        </p:nvSpPr>
        <p:spPr>
          <a:xfrm>
            <a:off x="4096512" y="1508760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096512" y="1508760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187952" y="150876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Branch 생성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87952" y="1911096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215384" y="1911096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HongGilDong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87952" y="239572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본인 이름(영문)으로 Branch 생성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55864" y="1508760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055864" y="1508760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147304" y="150876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 Branch 이동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47304" y="1911096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174736" y="1911096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HongGilDong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47304" y="239572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생성한 Branch로 이동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37160" y="2907792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37160" y="2907792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28600" y="290779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 파일 추가 &amp; Stage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28600" y="3310128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256032" y="3310128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" y="37947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PPT 파일을 폴더에 복사 후 실행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096512" y="2907792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4096512" y="2907792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187952" y="290779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 Commit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187952" y="3310128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215384" y="3310128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"HongGilDong"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87952" y="37947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Commit Message = 본인 이름(영문)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055864" y="2907792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8055864" y="2907792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8147304" y="290779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 Push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147304" y="3310128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8174736" y="3310128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HongGilDong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147304" y="37947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본인 Branch로 Push 완료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37160" y="4187952"/>
            <a:ext cx="11795760" cy="640080"/>
          </a:xfrm>
          <a:prstGeom prst="rect">
            <a:avLst/>
          </a:prstGeom>
          <a:solidFill>
            <a:srgbClr val="FFF9C4"/>
          </a:solidFill>
          <a:ln w="1905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182880" y="4187952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 Branch 이름 = Commit Message = 본인 이름(영문)  으로 반드시 통일  |  업로드 파일명</a:t>
            </a:r>
            <a:r>
              <a:rPr lang="en-US" sz="1200" b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0</a:t>
            </a:r>
            <a:r>
              <a:rPr lang="en-US" altLang="ko-KR" sz="1200" b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1</a:t>
            </a:r>
            <a:r>
              <a:rPr lang="en-US" altLang="ko-KR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_</a:t>
            </a:r>
            <a:r>
              <a:rPr lang="ko-KR" alt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개발자환경구축</a:t>
            </a:r>
            <a:r>
              <a:rPr lang="en-US" altLang="ko-KR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_</a:t>
            </a:r>
            <a:r>
              <a:rPr lang="ko-KR" alt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이름</a:t>
            </a:r>
            <a:r>
              <a:rPr 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_.pptx</a:t>
            </a:r>
          </a:p>
        </p:txBody>
      </p:sp>
      <p:sp>
        <p:nvSpPr>
          <p:cNvPr id="45" name="Shape 43"/>
          <p:cNvSpPr/>
          <p:nvPr/>
        </p:nvSpPr>
        <p:spPr>
          <a:xfrm>
            <a:off x="137160" y="4937760"/>
            <a:ext cx="11795760" cy="12344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274320" y="4937760"/>
            <a:ext cx="11612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GitHub Repository 화면 캡처 (본인 Branch와 파일 업로드 완료 화면)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Branch 클릭 → 업로드된 PPT 파일 확인 화면을 캡처하여 이 자리에 붙여넣으시오.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579</Words>
  <Application>Microsoft Office PowerPoint</Application>
  <PresentationFormat>사용자 지정</PresentationFormat>
  <Paragraphs>87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FullName</cp:lastModifiedBy>
  <cp:revision>17</cp:revision>
  <dcterms:created xsi:type="dcterms:W3CDTF">2026-03-03T01:32:21Z</dcterms:created>
  <dcterms:modified xsi:type="dcterms:W3CDTF">2026-05-14T01:35:12Z</dcterms:modified>
</cp:coreProperties>
</file>