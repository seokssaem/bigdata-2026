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프로그램 구현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홍은경</a:t>
            </a:r>
            <a:r>
              <a:rPr lang="en-US" altLang="ko-KR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 2026. 8. 28.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Hong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Eunyeong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>
              <a:lnSpc>
                <a:spcPct val="140000"/>
              </a:lnSpc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15_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서버프로그램구현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팀명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포함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zip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서버 프로그램 구현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b="0" i="0" dirty="0">
                  <a:solidFill>
                    <a:srgbClr val="000000"/>
                  </a:solidFill>
                  <a:effectLst/>
                  <a:latin typeface="-apple-system"/>
                </a:rPr>
                <a:t>2001020211_23v6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14074B0-0D62-4630-B733-1B99B598C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7" y="1533525"/>
            <a:ext cx="835342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3B0AE94-9166-424E-8ADC-870B6C7BE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391"/>
            <a:ext cx="12192000" cy="6707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4891D7-7B8E-4CCC-8158-25329E3F4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46" y="0"/>
            <a:ext cx="11378268" cy="640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1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348D6E-A010-407C-9690-520052A6E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01" y="60819"/>
            <a:ext cx="11353101" cy="638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378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663DC8C-D99B-4770-93DC-D742CA86F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57" y="68684"/>
            <a:ext cx="11428602" cy="642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23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612C69-E385-4AF6-9F80-01B97CCB4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91" y="0"/>
            <a:ext cx="11227266" cy="631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56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FCB0DBE-A8B9-4F08-A7B3-C9E84D753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82" y="61868"/>
            <a:ext cx="10665204" cy="599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11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73</Words>
  <Application>Microsoft Office PowerPoint</Application>
  <PresentationFormat>와이드스크린</PresentationFormat>
  <Paragraphs>10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-apple-system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27</cp:revision>
  <dcterms:created xsi:type="dcterms:W3CDTF">2026-03-10T17:23:29Z</dcterms:created>
  <dcterms:modified xsi:type="dcterms:W3CDTF">2026-08-28T00:52:36Z</dcterms:modified>
</cp:coreProperties>
</file>