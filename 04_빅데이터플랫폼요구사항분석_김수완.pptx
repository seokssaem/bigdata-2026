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41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ex.co.kr/openapi/odtraffic/trafficAmountByCongest?key=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고속도로별 교통량 데이터를 분석하여 이용하는 시민들이 다른 경로를 선택할 수 있게끔 정보를 제공한다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사용자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1. </a:t>
            </a:r>
            <a:r>
              <a:rPr lang="ko-KR" altLang="en-US" dirty="0"/>
              <a:t>출퇴근 혹은 이동 경로를 선택하는 일반 시민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2. </a:t>
            </a:r>
            <a:r>
              <a:rPr lang="ko-KR" altLang="en-US" dirty="0"/>
              <a:t>사고 발생 파악이 </a:t>
            </a:r>
            <a:r>
              <a:rPr lang="ko-KR" altLang="en-US" dirty="0" err="1"/>
              <a:t>가능해야하는</a:t>
            </a:r>
            <a:r>
              <a:rPr lang="ko-KR" altLang="en-US" dirty="0"/>
              <a:t> 경찰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[Must Have]</a:t>
            </a:r>
          </a:p>
          <a:p>
            <a:pPr marL="342900" indent="-342900">
              <a:buAutoNum type="arabicPeriod"/>
            </a:pPr>
            <a:r>
              <a:rPr lang="en-US" altLang="ko-KR" dirty="0"/>
              <a:t>API</a:t>
            </a:r>
            <a:r>
              <a:rPr lang="ko-KR" altLang="en-US" dirty="0"/>
              <a:t>에서 실시간 데이터를 수집할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수집된 데이터를 지역</a:t>
            </a:r>
            <a:r>
              <a:rPr lang="en-US" altLang="ko-KR" dirty="0"/>
              <a:t>/</a:t>
            </a:r>
            <a:r>
              <a:rPr lang="ko-KR" altLang="en-US" dirty="0"/>
              <a:t>시간대별로 조회할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분석 결과를 시각화 차트로 제공할 수 있다</a:t>
            </a:r>
            <a:r>
              <a:rPr lang="en-US" altLang="ko-KR" dirty="0"/>
              <a:t>.</a:t>
            </a:r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고속도로 진입구간 교통량을 확인하여 다음 구간 정체 유무를 예측 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[Should Have]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평상 시와 다른 정체구간이 발생하면 경찰이 </a:t>
            </a:r>
            <a:r>
              <a:rPr lang="en-US" altLang="ko-KR" dirty="0"/>
              <a:t>CCTV</a:t>
            </a:r>
            <a:r>
              <a:rPr lang="ko-KR" altLang="en-US" dirty="0"/>
              <a:t>를 확인할 수 있게끔 유도할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사용자의 위치 주변에서 사고발생 시 알림을 받을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분석 결과를 </a:t>
            </a:r>
            <a:r>
              <a:rPr lang="en-US" altLang="ko-KR" dirty="0"/>
              <a:t>CSV</a:t>
            </a:r>
            <a:r>
              <a:rPr lang="ko-KR" altLang="en-US" dirty="0"/>
              <a:t>파일로 다운로드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응답시간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일반적인 교통량 조회 </a:t>
            </a:r>
            <a:r>
              <a:rPr lang="en-US" altLang="ko-KR" dirty="0"/>
              <a:t>/ 3</a:t>
            </a:r>
            <a:r>
              <a:rPr lang="ko-KR" altLang="en-US" dirty="0"/>
              <a:t>초 이내 </a:t>
            </a:r>
            <a:r>
              <a:rPr lang="en-US" altLang="ko-KR" dirty="0"/>
              <a:t>: </a:t>
            </a:r>
            <a:r>
              <a:rPr lang="ko-KR" altLang="en-US" dirty="0"/>
              <a:t>평상시에는 </a:t>
            </a:r>
            <a:r>
              <a:rPr lang="ko-KR" altLang="en-US" dirty="0" err="1"/>
              <a:t>빠른시간이</a:t>
            </a:r>
            <a:r>
              <a:rPr lang="ko-KR" altLang="en-US" dirty="0"/>
              <a:t> 요구되지 않으며</a:t>
            </a:r>
            <a:r>
              <a:rPr lang="en-US" altLang="ko-KR" dirty="0"/>
              <a:t>, </a:t>
            </a:r>
            <a:r>
              <a:rPr lang="ko-KR" altLang="en-US" dirty="0"/>
              <a:t>계산이 복잡하지 않음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주변 교통량 조회 </a:t>
            </a:r>
            <a:r>
              <a:rPr lang="en-US" altLang="ko-KR" dirty="0"/>
              <a:t>/ 1</a:t>
            </a:r>
            <a:r>
              <a:rPr lang="ko-KR" altLang="en-US" dirty="0"/>
              <a:t>초 이내 </a:t>
            </a:r>
            <a:r>
              <a:rPr lang="en-US" altLang="ko-KR" dirty="0"/>
              <a:t>: </a:t>
            </a:r>
            <a:r>
              <a:rPr lang="ko-KR" altLang="en-US" dirty="0"/>
              <a:t>실시간으로 변화하는 위치에 맞춰서 정보를 제공해야함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처리량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하루 약 </a:t>
            </a:r>
            <a:r>
              <a:rPr lang="en-US" altLang="ko-KR" dirty="0"/>
              <a:t>100,000</a:t>
            </a:r>
            <a:r>
              <a:rPr lang="ko-KR" altLang="en-US" dirty="0"/>
              <a:t>건 </a:t>
            </a:r>
            <a:r>
              <a:rPr lang="en-US" altLang="ko-KR" dirty="0"/>
              <a:t>: </a:t>
            </a:r>
            <a:r>
              <a:rPr lang="ko-KR" altLang="en-US" dirty="0"/>
              <a:t>전국 단위 서비스 이며</a:t>
            </a:r>
            <a:r>
              <a:rPr lang="en-US" altLang="ko-KR" dirty="0"/>
              <a:t>, </a:t>
            </a:r>
            <a:r>
              <a:rPr lang="ko-KR" altLang="en-US" dirty="0"/>
              <a:t>고속도로를 이용하는 시민 수 또한 많음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가용성</a:t>
            </a:r>
            <a:endParaRPr lang="en-US" altLang="ko-KR" dirty="0"/>
          </a:p>
          <a:p>
            <a:r>
              <a:rPr lang="en-US" altLang="ko-KR" dirty="0"/>
              <a:t> - 99.9% : </a:t>
            </a:r>
            <a:r>
              <a:rPr lang="ko-KR" altLang="en-US" dirty="0"/>
              <a:t>비교적 사용량이 적은 새벽시간대가 존재함</a:t>
            </a:r>
            <a:r>
              <a:rPr lang="en-US" altLang="ko-KR" dirty="0"/>
              <a:t>. </a:t>
            </a:r>
            <a:r>
              <a:rPr lang="ko-KR" altLang="en-US" dirty="0"/>
              <a:t>다만 완전히 중단되는 시간이 길어지면 이용자가 불편함을 느낄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데이터 갱신 주기</a:t>
            </a:r>
            <a:endParaRPr lang="en-US" altLang="ko-KR" dirty="0"/>
          </a:p>
          <a:p>
            <a:r>
              <a:rPr lang="en-US" altLang="ko-KR" dirty="0"/>
              <a:t> - 1</a:t>
            </a:r>
            <a:r>
              <a:rPr lang="ko-KR" altLang="en-US" dirty="0"/>
              <a:t>분</a:t>
            </a:r>
            <a:r>
              <a:rPr lang="en-US" altLang="ko-KR" dirty="0"/>
              <a:t>~5</a:t>
            </a:r>
            <a:r>
              <a:rPr lang="ko-KR" altLang="en-US" dirty="0"/>
              <a:t>분 </a:t>
            </a:r>
            <a:r>
              <a:rPr lang="en-US" altLang="ko-KR" dirty="0"/>
              <a:t>: </a:t>
            </a:r>
            <a:r>
              <a:rPr lang="ko-KR" altLang="en-US" dirty="0"/>
              <a:t>실시간으로 교통량 파악이 </a:t>
            </a:r>
            <a:r>
              <a:rPr lang="ko-KR" altLang="en-US" dirty="0" err="1"/>
              <a:t>가능해야함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수집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en-US" altLang="ko-KR" b="0" i="0" u="sng" dirty="0">
                <a:solidFill>
                  <a:srgbClr val="225AC6"/>
                </a:solidFill>
                <a:effectLst/>
                <a:latin typeface="pretendard"/>
                <a:hlinkClick r:id="rId3"/>
              </a:rPr>
              <a:t>https://data.ex.co.kr/openapi/odtraffic/trafficAmountByCongest?</a:t>
            </a:r>
            <a:r>
              <a:rPr lang="en-US" altLang="ko-KR" u="sng" dirty="0">
                <a:solidFill>
                  <a:srgbClr val="225AC6"/>
                </a:solidFill>
                <a:latin typeface="pretendard"/>
                <a:hlinkClick r:id="rId3"/>
              </a:rPr>
              <a:t>key=</a:t>
            </a:r>
            <a:r>
              <a:rPr lang="ko-KR" altLang="en-US" u="sng" dirty="0">
                <a:solidFill>
                  <a:srgbClr val="225AC6"/>
                </a:solidFill>
                <a:latin typeface="pretendard"/>
              </a:rPr>
              <a:t>인증키</a:t>
            </a:r>
            <a:endParaRPr lang="en-US" altLang="ko-KR" u="sng" dirty="0">
              <a:solidFill>
                <a:srgbClr val="225AC6"/>
              </a:solidFill>
              <a:latin typeface="pretendard"/>
            </a:endParaRP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저장</a:t>
            </a:r>
            <a:endParaRPr lang="en-US" altLang="ko-KR" dirty="0"/>
          </a:p>
          <a:p>
            <a:r>
              <a:rPr lang="en-US" altLang="ko-KR" dirty="0"/>
              <a:t> -  CSV </a:t>
            </a:r>
            <a:r>
              <a:rPr lang="ko-KR" altLang="en-US" dirty="0"/>
              <a:t>파일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처리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 / </a:t>
            </a:r>
            <a:r>
              <a:rPr lang="ko-KR" altLang="en-US" dirty="0"/>
              <a:t>교통량 형식 통일</a:t>
            </a:r>
            <a:r>
              <a:rPr lang="en-US" altLang="ko-KR" dirty="0"/>
              <a:t>, </a:t>
            </a:r>
            <a:r>
              <a:rPr lang="ko-KR" altLang="en-US" dirty="0"/>
              <a:t>중복 제거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교통량에 따른 정체 유무 판별</a:t>
            </a:r>
            <a:r>
              <a:rPr lang="en-US" altLang="ko-KR" dirty="0"/>
              <a:t>, </a:t>
            </a:r>
            <a:r>
              <a:rPr lang="ko-KR" altLang="en-US" dirty="0"/>
              <a:t>구간 통과 예상 시간 계산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제공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웹 대시보드</a:t>
            </a:r>
            <a:r>
              <a:rPr lang="en-US" altLang="ko-KR" dirty="0"/>
              <a:t>, </a:t>
            </a:r>
            <a:r>
              <a:rPr lang="ko-KR" altLang="en-US" dirty="0"/>
              <a:t>차트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개인정보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해당 여부 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품질 기준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- </a:t>
            </a:r>
            <a:r>
              <a:rPr lang="ko-KR" altLang="en-US" dirty="0" err="1"/>
              <a:t>결측치</a:t>
            </a:r>
            <a:r>
              <a:rPr lang="ko-KR" altLang="en-US" dirty="0"/>
              <a:t> 허용 비율 </a:t>
            </a:r>
            <a:r>
              <a:rPr lang="en-US" altLang="ko-KR" dirty="0"/>
              <a:t>: </a:t>
            </a:r>
            <a:r>
              <a:rPr lang="ko-KR" altLang="en-US" dirty="0"/>
              <a:t>전체 데이터의 </a:t>
            </a:r>
            <a:r>
              <a:rPr lang="en-US" altLang="ko-KR" dirty="0"/>
              <a:t>1% </a:t>
            </a:r>
            <a:r>
              <a:rPr lang="ko-KR" altLang="en-US" dirty="0"/>
              <a:t>이하 </a:t>
            </a:r>
            <a:r>
              <a:rPr lang="en-US" altLang="ko-KR" dirty="0"/>
              <a:t>( </a:t>
            </a:r>
            <a:r>
              <a:rPr lang="ko-KR" altLang="en-US" dirty="0"/>
              <a:t>특정 시간대에 차량 이동이 없는 경우나</a:t>
            </a:r>
            <a:r>
              <a:rPr lang="en-US" altLang="ko-KR" dirty="0"/>
              <a:t>, </a:t>
            </a:r>
            <a:r>
              <a:rPr lang="ko-KR" altLang="en-US" dirty="0"/>
              <a:t>속도 측정이 불가한 경우 </a:t>
            </a:r>
            <a:r>
              <a:rPr lang="en-US" altLang="ko-KR" dirty="0"/>
              <a:t>NULL</a:t>
            </a:r>
            <a:r>
              <a:rPr lang="ko-KR" altLang="en-US" dirty="0"/>
              <a:t>값이 존재 할 수 있음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중복 데이터 기준 </a:t>
            </a:r>
            <a:r>
              <a:rPr lang="en-US" altLang="ko-KR" dirty="0"/>
              <a:t>: 0</a:t>
            </a:r>
            <a:r>
              <a:rPr lang="ko-KR" altLang="en-US" dirty="0"/>
              <a:t>건 </a:t>
            </a:r>
            <a:r>
              <a:rPr lang="en-US" altLang="ko-KR" dirty="0"/>
              <a:t>( </a:t>
            </a:r>
            <a:r>
              <a:rPr lang="ko-KR" altLang="en-US" dirty="0" err="1"/>
              <a:t>같은시간에</a:t>
            </a:r>
            <a:r>
              <a:rPr lang="ko-KR" altLang="en-US" dirty="0"/>
              <a:t> 동일한 고속도로 정보가 수집될 경우 계산에 문제가 생길 수 있으니 중복은 전량 제거</a:t>
            </a:r>
            <a:r>
              <a:rPr lang="en-US" altLang="ko-KR" dirty="0"/>
              <a:t>)  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649</Words>
  <Application>Microsoft Office PowerPoint</Application>
  <PresentationFormat>와이드스크린</PresentationFormat>
  <Paragraphs>92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pretendard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19</cp:revision>
  <dcterms:created xsi:type="dcterms:W3CDTF">2026-03-10T17:23:29Z</dcterms:created>
  <dcterms:modified xsi:type="dcterms:W3CDTF">2026-06-09T01:11:31Z</dcterms:modified>
</cp:coreProperties>
</file>