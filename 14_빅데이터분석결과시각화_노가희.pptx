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 시각화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2026-08-19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14_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빅데이터분석결과시각화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결과 시각화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2001010509_21v4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7A072A-83F9-4C13-97FD-D3D52714F14C}"/>
              </a:ext>
            </a:extLst>
          </p:cNvPr>
          <p:cNvSpPr txBox="1"/>
          <p:nvPr/>
        </p:nvSpPr>
        <p:spPr>
          <a:xfrm>
            <a:off x="494950" y="411061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FE0E921-68E0-4FC2-8DD3-0D02F86D7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87" y="1557337"/>
            <a:ext cx="118300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6CB0-7BA9-4DD4-8584-B15F9A59C826}"/>
              </a:ext>
            </a:extLst>
          </p:cNvPr>
          <p:cNvSpPr txBox="1"/>
          <p:nvPr/>
        </p:nvSpPr>
        <p:spPr>
          <a:xfrm>
            <a:off x="494950" y="411061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A23D97-183C-40A2-A33B-0D854BBD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1557337"/>
            <a:ext cx="80962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6CB0-7BA9-4DD4-8584-B15F9A59C826}"/>
              </a:ext>
            </a:extLst>
          </p:cNvPr>
          <p:cNvSpPr txBox="1"/>
          <p:nvPr/>
        </p:nvSpPr>
        <p:spPr>
          <a:xfrm>
            <a:off x="494950" y="411061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9BF599-F5B3-4274-A205-B07D26F4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77" y="1191885"/>
            <a:ext cx="10654018" cy="447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8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6CB0-7BA9-4DD4-8584-B15F9A59C826}"/>
              </a:ext>
            </a:extLst>
          </p:cNvPr>
          <p:cNvSpPr txBox="1"/>
          <p:nvPr/>
        </p:nvSpPr>
        <p:spPr>
          <a:xfrm>
            <a:off x="494950" y="411061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8E2BEF-8A1F-4CB9-AD5B-E7739CDF3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1190625"/>
            <a:ext cx="8096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6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6CB0-7BA9-4DD4-8584-B15F9A59C826}"/>
              </a:ext>
            </a:extLst>
          </p:cNvPr>
          <p:cNvSpPr txBox="1"/>
          <p:nvPr/>
        </p:nvSpPr>
        <p:spPr>
          <a:xfrm>
            <a:off x="494950" y="411061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5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855CC7-A0A4-46FA-B3B2-C7FA65EBC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87" y="1419937"/>
            <a:ext cx="10570128" cy="401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3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6CB0-7BA9-4DD4-8584-B15F9A59C826}"/>
              </a:ext>
            </a:extLst>
          </p:cNvPr>
          <p:cNvSpPr txBox="1"/>
          <p:nvPr/>
        </p:nvSpPr>
        <p:spPr>
          <a:xfrm>
            <a:off x="494950" y="411061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6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FB8D8E-F84B-451C-8DF3-E60134296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6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6CB0-7BA9-4DD4-8584-B15F9A59C826}"/>
              </a:ext>
            </a:extLst>
          </p:cNvPr>
          <p:cNvSpPr txBox="1"/>
          <p:nvPr/>
        </p:nvSpPr>
        <p:spPr>
          <a:xfrm>
            <a:off x="494950" y="411061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7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13217E-6317-482E-A2C6-1DC880C98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95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6CB0-7BA9-4DD4-8584-B15F9A59C826}"/>
              </a:ext>
            </a:extLst>
          </p:cNvPr>
          <p:cNvSpPr txBox="1"/>
          <p:nvPr/>
        </p:nvSpPr>
        <p:spPr>
          <a:xfrm>
            <a:off x="494950" y="411061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8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67F266-D99A-4DD8-BAE9-6141BD231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75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6CB0-7BA9-4DD4-8584-B15F9A59C826}"/>
              </a:ext>
            </a:extLst>
          </p:cNvPr>
          <p:cNvSpPr txBox="1"/>
          <p:nvPr/>
        </p:nvSpPr>
        <p:spPr>
          <a:xfrm>
            <a:off x="494950" y="411061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9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EE27B8-DACF-4A6E-A149-E9D891B38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96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6CB0-7BA9-4DD4-8584-B15F9A59C826}"/>
              </a:ext>
            </a:extLst>
          </p:cNvPr>
          <p:cNvSpPr txBox="1"/>
          <p:nvPr/>
        </p:nvSpPr>
        <p:spPr>
          <a:xfrm>
            <a:off x="494950" y="411061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문항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CAA334-A3CC-4B48-8BCD-842DABBB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14400"/>
            <a:ext cx="7315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5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87</Words>
  <Application>Microsoft Office PowerPoint</Application>
  <PresentationFormat>와이드스크린</PresentationFormat>
  <Paragraphs>20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HY견고딕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29</cp:revision>
  <dcterms:created xsi:type="dcterms:W3CDTF">2026-03-10T17:23:29Z</dcterms:created>
  <dcterms:modified xsi:type="dcterms:W3CDTF">2026-08-19T01:19:30Z</dcterms:modified>
</cp:coreProperties>
</file>