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2" r:id="rId6"/>
    <p:sldId id="260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638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BFFBE-257F-EFA6-C3C0-D593F6E04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A91E67-2AB1-69E1-BC41-5F6195A0BF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9385B2-5882-F2C6-CEA6-4559770625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1228DC-F478-F05B-B67B-01FE323AA6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135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74552" cy="1188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응용SW 기초 기술 활용</a:t>
            </a:r>
            <a:endParaRPr lang="en-US" sz="24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 가 작 업 지 시 서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응용SW 기초 기술 활용  (2001020233_23v5)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방법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학사게시판에 첨부파일로 올리고 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-&gt;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 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-&gt;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시험종료버튼 누르기 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노가희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2026-05-20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NoGaHee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892040"/>
            <a:ext cx="11274552" cy="68580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94360" y="4892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업로드 파일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02_응용SW기초기술활용_이름.pptx   |   02_test_이름.py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52303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분석 플랫폼 개발자 양성과정  |  응용SW 기초 기술 활용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1.  미들웨어(Middleware) 개념 서술  (1)  — 배점 10점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미들웨어(Middleware)의 개념을 자신의 말로 설명하시오.  |  이론 지식 확인 서술형 문항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82880" y="1097279"/>
            <a:ext cx="5806440" cy="5298077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74320" y="3562343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/>
              <a:t>운영체제와 응용소프트웨어 사이에서 다양한 기능을 지원하는 소프트웨어로</a:t>
            </a:r>
            <a:r>
              <a:rPr lang="en-US" altLang="ko-KR" sz="1100" dirty="0"/>
              <a:t>,</a:t>
            </a:r>
          </a:p>
          <a:p>
            <a:pPr marL="0" indent="0" algn="ctr">
              <a:buNone/>
            </a:pPr>
            <a:r>
              <a:rPr lang="ko-KR" altLang="en-US" sz="1100" dirty="0"/>
              <a:t>서로 다른 애플리케이션이 통신할 수 있게 하는 다리 역할을 한다</a:t>
            </a:r>
            <a:r>
              <a:rPr lang="en-US" altLang="ko-KR" sz="1100" dirty="0"/>
              <a:t>.</a:t>
            </a:r>
          </a:p>
          <a:p>
            <a:pPr marL="0" indent="0" algn="ctr">
              <a:buNone/>
            </a:pPr>
            <a:r>
              <a:rPr lang="ko-KR" altLang="en-US" sz="1100" dirty="0"/>
              <a:t>미들웨어는 </a:t>
            </a:r>
            <a:r>
              <a:rPr lang="en-US" altLang="ko-KR" sz="1100" dirty="0"/>
              <a:t>API</a:t>
            </a:r>
            <a:r>
              <a:rPr lang="ko-KR" altLang="en-US" sz="1100" dirty="0"/>
              <a:t>를 제공하여 구성요소에서 필요한 데이터의 입출력을 관리하는 역할을 한다</a:t>
            </a:r>
            <a:r>
              <a:rPr lang="en-US" altLang="ko-KR" sz="1100" dirty="0"/>
              <a:t>.</a:t>
            </a:r>
          </a:p>
        </p:txBody>
      </p:sp>
      <p:sp>
        <p:nvSpPr>
          <p:cNvPr id="11" name="Shape 9"/>
          <p:cNvSpPr/>
          <p:nvPr/>
        </p:nvSpPr>
        <p:spPr>
          <a:xfrm>
            <a:off x="6153912" y="1097280"/>
            <a:ext cx="5806440" cy="5298076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245352" y="3566160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 작성한 답안의 캡처 화면 또는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추가 설명 이미지를 첨부하시오.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분석 플랫폼 개발자 양성과정  |  응용SW 기초 기술 활용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1.  미들웨어(Middleware) 개념 서술  (2)  — 배점 10점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미들웨어가 필요한 이유를 두 가지 작성하시오.  (각 5점 × 2)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82880" y="1067316"/>
            <a:ext cx="580644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74320" y="1067316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이유 1  (5점)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53912" y="1067316"/>
            <a:ext cx="580644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245352" y="1067316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이유 2  (5점)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2880" y="1414788"/>
            <a:ext cx="5806440" cy="4419084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74320" y="3553157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/>
              <a:t>애플리케이션의 개발을 지원하고 디자인 프로세스를 단순화하여</a:t>
            </a:r>
            <a:endParaRPr lang="en-US" altLang="ko-KR" sz="1100" dirty="0"/>
          </a:p>
          <a:p>
            <a:pPr marL="0" indent="0" algn="ctr">
              <a:buNone/>
            </a:pPr>
            <a:r>
              <a:rPr lang="ko-KR" altLang="en-US" sz="1100" dirty="0"/>
              <a:t>개발자가 비즈니스 로직 및 기능에 중점을 둘 수 있다</a:t>
            </a:r>
            <a:r>
              <a:rPr lang="en-US" altLang="ko-KR" sz="1100" dirty="0"/>
              <a:t>.</a:t>
            </a:r>
          </a:p>
          <a:p>
            <a:pPr marL="0" indent="0" algn="ctr">
              <a:buNone/>
            </a:pPr>
            <a:r>
              <a:rPr lang="ko-KR" altLang="en-US" sz="1100" dirty="0"/>
              <a:t>이는 응용소프트웨어의 개발 생산성을 향상시키는 역할을 한다</a:t>
            </a:r>
            <a:r>
              <a:rPr lang="en-US" altLang="ko-KR" sz="1100" dirty="0"/>
              <a:t>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53912" y="1414788"/>
            <a:ext cx="5806440" cy="4419084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245352" y="3617367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/>
              <a:t>다수의 응용소프트웨어가 개별적으로 운영체제에 요청하는 것들을</a:t>
            </a:r>
            <a:endParaRPr lang="en-US" altLang="ko-KR" sz="1100" dirty="0"/>
          </a:p>
          <a:p>
            <a:pPr marL="0" indent="0" algn="ctr">
              <a:buNone/>
            </a:pPr>
            <a:r>
              <a:rPr lang="ko-KR" altLang="en-US" sz="1100" dirty="0"/>
              <a:t>미들웨어가 중간에서 통합하고 정리하여 운영체제에 요청함으로써</a:t>
            </a:r>
            <a:endParaRPr lang="en-US" altLang="ko-KR" sz="1100" dirty="0"/>
          </a:p>
          <a:p>
            <a:pPr marL="0" indent="0" algn="ctr">
              <a:buNone/>
            </a:pPr>
            <a:r>
              <a:rPr lang="ko-KR" altLang="en-US" sz="1100" dirty="0"/>
              <a:t>작업의 효율이 향상된다</a:t>
            </a:r>
            <a:r>
              <a:rPr lang="en-US" altLang="ko-KR" sz="1100" dirty="0"/>
              <a:t>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82880" y="5980176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20040" y="5980176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각 이유는 한 문장 이상으로 구체적으로 서술해야 합니다.  단순히 "편리하다" 수준의 답변은 인정되지 않습니다.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분석 플랫폼 개발자 양성과정  |  응용SW 기초 기술 활용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🐍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2.  놀이공원 입장 시스템  —  코드 작성  (1)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5단계 코드 구현 과정을 완성하고, 각 단계 결과를 캡처하여 순서대로 붙여넣으시오.  |  배점 80점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47522" y="1120140"/>
            <a:ext cx="2286000" cy="2194560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47522" y="1120140"/>
            <a:ext cx="2286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20674" y="1156716"/>
            <a:ext cx="274320" cy="2743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20674" y="11567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40714" y="11201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check_safety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함수 정의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20674" y="1914432"/>
            <a:ext cx="2139696" cy="879244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426714" y="1123563"/>
            <a:ext cx="3737484" cy="2194560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426714" y="1123563"/>
            <a:ext cx="3737484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3498356" y="1156716"/>
            <a:ext cx="274320" cy="2743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498356" y="11567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818396" y="11201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 비교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(if 문 작성)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549317" y="1760219"/>
            <a:ext cx="3498285" cy="1150761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7556362" y="1125703"/>
            <a:ext cx="3764552" cy="2194560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7556362" y="1125703"/>
            <a:ext cx="3764552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7629514" y="1162279"/>
            <a:ext cx="274320" cy="2743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629514" y="116227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949554" y="1125703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반환값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629513" y="1802358"/>
            <a:ext cx="3523621" cy="115076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7523226" y="2039112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097530" y="3570732"/>
            <a:ext cx="2711196" cy="2194560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3097530" y="3570732"/>
            <a:ext cx="2711196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3197895" y="3614196"/>
            <a:ext cx="274320" cy="2743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3197895" y="36141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517935" y="35776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main 코드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미들웨어 호출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197895" y="4311941"/>
            <a:ext cx="2537679" cy="98990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3687318" y="4526280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929884" y="3570732"/>
            <a:ext cx="2979224" cy="2194560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5929884" y="3570732"/>
            <a:ext cx="2979224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6003036" y="3607308"/>
            <a:ext cx="274320" cy="2743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6003036" y="36073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323076" y="35707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코드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확인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003036" y="4151560"/>
            <a:ext cx="2788554" cy="1338407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6094476" y="4526280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182880" y="6035224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320040" y="6035224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각 단계별 결과를 캡처하여 순서에 맞게 붙여넣으시오.  </a:t>
            </a:r>
            <a:r>
              <a:rPr lang="ko-KR" alt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캡쳐이미지는</a:t>
            </a:r>
            <a:r>
              <a:rPr lang="ko-KR" alt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네모 상자에 튀어나와도 됩니다</a:t>
            </a:r>
            <a:r>
              <a:rPr lang="en-US" altLang="ko-KR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r>
              <a:rPr lang="ko-KR" alt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네모 상자 크기를 조절해도 됩니다</a:t>
            </a:r>
            <a:r>
              <a:rPr lang="en-US" altLang="ko-KR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분석 플랫폼 개발자 양성과정  |  응용SW 기초 기술 활용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6</a:t>
            </a:r>
            <a:endParaRPr lang="en-US" sz="850" dirty="0"/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A96E2D2C-5C56-415D-8F6D-3558482885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347" y="1951007"/>
            <a:ext cx="2038350" cy="800100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A4FC8AB6-F960-4261-B4E6-E8EA7E707D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3228" y="1869652"/>
            <a:ext cx="3420584" cy="946707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6F541198-1378-4EE6-9CE1-562C774404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1031" y="1873118"/>
            <a:ext cx="3420584" cy="997093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621715B2-B7F6-4CF9-AB49-07AB1249D8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3087" y="4374420"/>
            <a:ext cx="2447293" cy="851860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066EE0EF-B9CB-4D83-8834-EB25E35D9B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4248413"/>
            <a:ext cx="2597826" cy="11497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D7DC4-74AA-514A-14DD-82F962916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CC4F579-0BE5-1685-1F87-51B8AD9D25D4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0C71AAC-4657-E0E0-A9B0-0BB5565B38B4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66C24AA-350D-4ACF-443C-95E9F82BA1AF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B568DBF-A0E1-28D8-4ACD-A74FC01E4495}"/>
              </a:ext>
            </a:extLst>
          </p:cNvPr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🐍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2.  놀이공원 입장 시스템  —  코드 </a:t>
            </a:r>
            <a:r>
              <a:rPr lang="en-US" sz="18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(2)</a:t>
            </a:r>
            <a:endParaRPr lang="en-US" sz="180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EA734388-892D-FB3D-EA80-D247B5D93928}"/>
              </a:ext>
            </a:extLst>
          </p:cNvPr>
          <p:cNvSpPr/>
          <p:nvPr/>
        </p:nvSpPr>
        <p:spPr>
          <a:xfrm>
            <a:off x="137159" y="680357"/>
            <a:ext cx="11886111" cy="5217707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32F0BE5C-225C-0784-5028-797F07053AFF}"/>
              </a:ext>
            </a:extLst>
          </p:cNvPr>
          <p:cNvSpPr/>
          <p:nvPr/>
        </p:nvSpPr>
        <p:spPr>
          <a:xfrm>
            <a:off x="274320" y="3337560"/>
            <a:ext cx="11521440" cy="2560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</a:t>
            </a:r>
            <a:r>
              <a:rPr lang="en-US" sz="12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코드 작성 화면 캡처</a:t>
            </a:r>
            <a:r>
              <a:rPr lang="en-US" sz="10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(VS Code 또는 IDE에서 작성한 전체 코드를 여기에 붙여넣으시오)</a:t>
            </a:r>
            <a:endParaRPr lang="en-US" sz="140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34EFD3BF-EDE7-76E9-76A8-EB439E9FD565}"/>
              </a:ext>
            </a:extLst>
          </p:cNvPr>
          <p:cNvSpPr/>
          <p:nvPr/>
        </p:nvSpPr>
        <p:spPr>
          <a:xfrm>
            <a:off x="182880" y="6035224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319ADAC7-0584-DA6A-A2AB-91093A9A6D80}"/>
              </a:ext>
            </a:extLst>
          </p:cNvPr>
          <p:cNvSpPr/>
          <p:nvPr/>
        </p:nvSpPr>
        <p:spPr>
          <a:xfrm>
            <a:off x="320040" y="6035224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코드는 구문 오류(Syntax Error) 없이 실행되어야 합니다.</a:t>
            </a:r>
            <a:endParaRPr lang="en-US" sz="1000" dirty="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EE8428C5-73C4-A37A-319D-37D99A3A772F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EC1A1688-DFE3-31BD-ADE8-D57BFEF5F1D2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분석 플랫폼 개발자 양성과정  |  응용SW 기초 기술 활용</a:t>
            </a:r>
            <a:endParaRPr lang="en-US" sz="800" dirty="0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590334E9-3BBC-9557-A47D-E8B9656DA77E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6</a:t>
            </a:r>
            <a:endParaRPr lang="en-US" sz="85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F3DA220-3411-4CBB-8A0B-D83F50A06B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6087" y="1207997"/>
            <a:ext cx="6219825" cy="416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814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🐍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2.  놀이공원 입장 시스템  —  실행 </a:t>
            </a:r>
            <a:r>
              <a:rPr lang="en-US" sz="18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(3)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[실행예시 1] 키 = 140  →  안전 확인 + 롤러코스터 출발  |  [실행예시 2] 키 = 130  →  탑승 불가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2880" y="1005840"/>
            <a:ext cx="580644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[실행예시 1]  키 = 140  →  탑승 가능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" y="1353312"/>
            <a:ext cx="58064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74320" y="1353312"/>
            <a:ext cx="5623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키를 입력하세요: 140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[미들웨어] 안전 확인 완료: 키가 140cm 이상입니다.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🎢 롤러코스터가 출발합니다! 즐거운 시간 되세요.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82880" y="2029968"/>
            <a:ext cx="5806440" cy="433273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74320" y="4101302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실행예시 1 캡처 이미지를 붙여넣으시오.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(키 입력 → 안전 확인 완료 → 롤러코스터 출발)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53912" y="1005840"/>
            <a:ext cx="5806440" cy="34747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245352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[실행예시 2]  키 = 130  →  탑승 불가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53912" y="1353312"/>
            <a:ext cx="5806440" cy="621792"/>
          </a:xfrm>
          <a:prstGeom prst="rect">
            <a:avLst/>
          </a:prstGeom>
          <a:solidFill>
            <a:srgbClr val="FFF0F0"/>
          </a:solidFill>
          <a:ln w="12700">
            <a:solidFill>
              <a:srgbClr val="FF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245352" y="1353312"/>
            <a:ext cx="5623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키를 입력하세요: 130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[미들웨어] 탑승 불가: 키가 너무 작습니다.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153912" y="2029968"/>
            <a:ext cx="5806440" cy="433273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245352" y="4101302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실행예시 2 캡처 이미지를 붙여넣으시오.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(키 입력 → 탑승 불가 출력)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분석 플랫폼 개발자 양성과정  |  응용SW 기초 기술 활용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6</a:t>
            </a:r>
            <a:endParaRPr lang="en-US" sz="850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DBDB8CE5-A19B-4D72-8E8E-82B0BF994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836" y="3783041"/>
            <a:ext cx="5130528" cy="826585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7CE708A4-EED8-4715-9C58-1F6A7C9377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8268" y="3763915"/>
            <a:ext cx="4358481" cy="8163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634</Words>
  <Application>Microsoft Office PowerPoint</Application>
  <PresentationFormat>와이드스크린</PresentationFormat>
  <Paragraphs>82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02_응용SW기초기술활용</dc:title>
  <dc:subject>PptxGenJS Presentation</dc:subject>
  <dc:creator>PptxGenJS</dc:creator>
  <cp:lastModifiedBy>FullName</cp:lastModifiedBy>
  <cp:revision>23</cp:revision>
  <dcterms:created xsi:type="dcterms:W3CDTF">2026-03-10T16:20:31Z</dcterms:created>
  <dcterms:modified xsi:type="dcterms:W3CDTF">2026-05-21T00:46:49Z</dcterms:modified>
</cp:coreProperties>
</file>