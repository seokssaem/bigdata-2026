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5" r:id="rId3"/>
    <p:sldId id="266" r:id="rId4"/>
    <p:sldId id="26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2098C4C-1326-4804-A1D5-88344CCE8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8" y="216581"/>
            <a:ext cx="12192000" cy="45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2611EE-D9E6-45E4-BBFF-AEB50C493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2" y="207217"/>
            <a:ext cx="12192000" cy="5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4AE3C7-8986-4D75-98E1-3E8CF359C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0" y="1066018"/>
            <a:ext cx="12192000" cy="427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115</Words>
  <Application>Microsoft Office PowerPoint</Application>
  <PresentationFormat>와이드스크린</PresentationFormat>
  <Paragraphs>11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2026-06-26T03:17:58Z</dcterms:modified>
</cp:coreProperties>
</file>