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8" r:id="rId3"/>
    <p:sldId id="263" r:id="rId4"/>
    <p:sldId id="259" r:id="rId5"/>
    <p:sldId id="260" r:id="rId6"/>
    <p:sldId id="261" r:id="rId7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4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1849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B9E42-5D2E-C11C-2ABD-D795D8A08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C34252-B91F-A59E-CC2D-E89865F350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DE3E4-6169-870E-C6F4-DC17B44AF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21998-0633-9469-58FC-EC126FA5AC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649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8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118872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000" b="1" dirty="0">
                <a:solidFill>
                  <a:schemeClr val="bg1"/>
                </a:solidFill>
              </a:rPr>
              <a:t>개발자 환경 구축</a:t>
            </a:r>
            <a:endParaRPr lang="en-US" sz="3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부</a:t>
            </a:r>
            <a:r>
              <a:rPr lang="en-US" sz="2200" dirty="0">
                <a:solidFill>
                  <a:srgbClr val="EBF3F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평 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2743200"/>
            <a:ext cx="10972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 환경 구축 (2001020233_23v5</a:t>
            </a:r>
            <a:r>
              <a:rPr lang="en-US" altLang="ko-KR" sz="1200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3127248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방법: GitHub Repository → 본인 Branch Push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: </a:t>
            </a:r>
            <a:r>
              <a:rPr lang="ko-KR" alt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김수완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19520" y="3738880"/>
            <a:ext cx="5394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4" name="Text 12"/>
          <p:cNvSpPr/>
          <p:nvPr/>
        </p:nvSpPr>
        <p:spPr>
          <a:xfrm>
            <a:off x="6456680" y="373888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: 2026 / 05 / 18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89120"/>
            <a:ext cx="111658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 14"/>
          <p:cNvSpPr/>
          <p:nvPr/>
        </p:nvSpPr>
        <p:spPr>
          <a:xfrm>
            <a:off x="685800" y="4389120"/>
            <a:ext cx="51206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Branch 이름 (영문) : </a:t>
            </a:r>
            <a:r>
              <a:rPr lang="en-US" sz="1300" dirty="0" err="1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KimSuWan</a:t>
            </a:r>
            <a:r>
              <a:rPr lang="en-US" sz="1300" dirty="0">
                <a:solidFill>
                  <a:srgbClr val="4444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8388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7532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23E19B95-7B5A-4072-8CD0-562CA7A69C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943379"/>
            <a:ext cx="3657600" cy="187864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0D603A59-1973-46D2-9D80-2A5CB42EB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986835"/>
            <a:ext cx="3565741" cy="170668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5EEC058E-59C9-4C16-B116-6823A5C03B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8150" y="1385826"/>
            <a:ext cx="2619741" cy="295316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7034679E-DC6C-4D66-8FAF-ADC751FC16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324162"/>
            <a:ext cx="3096057" cy="89547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23FC209-106A-41D2-80E5-D82EA8B485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0" y="3005163"/>
            <a:ext cx="3840481" cy="1397967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A7BFDA3C-3F94-4F52-A390-35CC482A2C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03044" y="2822020"/>
            <a:ext cx="3565741" cy="164389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5FB6D-F008-445F-0412-58D8AA68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F78C529-ED0F-9C66-1D43-4ABFF6EEDFF3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6AE9346-5517-8F25-6D88-BD0B2035D81B}"/>
              </a:ext>
            </a:extLst>
          </p:cNvPr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163F7D7-57FD-6A58-4DC3-F4BDA715E74B}"/>
              </a:ext>
            </a:extLst>
          </p:cNvPr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💻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1. Windows 명령어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</a:t>
            </a:r>
            <a:endParaRPr lang="en-US" sz="2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5297367-74A5-4A80-E65E-0CBE7914FF5A}"/>
              </a:ext>
            </a:extLst>
          </p:cNvPr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명령어 실행 화면(결과 포함)을 캡처하여 아래에 붙여넣으시오.</a:t>
            </a:r>
            <a:endParaRPr lang="en-US" sz="10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48CEACC-46BF-53A2-4084-216855766112}"/>
              </a:ext>
            </a:extLst>
          </p:cNvPr>
          <p:cNvSpPr/>
          <p:nvPr/>
        </p:nvSpPr>
        <p:spPr>
          <a:xfrm>
            <a:off x="21183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1ACA60DD-1E9A-C000-4116-1260DBD6701E}"/>
              </a:ext>
            </a:extLst>
          </p:cNvPr>
          <p:cNvSpPr/>
          <p:nvPr/>
        </p:nvSpPr>
        <p:spPr>
          <a:xfrm>
            <a:off x="22098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F8014C6-2766-4771-E58F-B9DA3170FDF3}"/>
              </a:ext>
            </a:extLst>
          </p:cNvPr>
          <p:cNvSpPr/>
          <p:nvPr/>
        </p:nvSpPr>
        <p:spPr>
          <a:xfrm>
            <a:off x="61417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23B9BF0-0B5E-CC69-8D3A-FA77B6EC8E72}"/>
              </a:ext>
            </a:extLst>
          </p:cNvPr>
          <p:cNvSpPr/>
          <p:nvPr/>
        </p:nvSpPr>
        <p:spPr>
          <a:xfrm>
            <a:off x="62331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E533A7F-6672-0AAA-876B-9696F9DA2BC2}"/>
              </a:ext>
            </a:extLst>
          </p:cNvPr>
          <p:cNvSpPr/>
          <p:nvPr/>
        </p:nvSpPr>
        <p:spPr>
          <a:xfrm>
            <a:off x="21183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B56921F-D994-58E2-48F5-0390298B4753}"/>
              </a:ext>
            </a:extLst>
          </p:cNvPr>
          <p:cNvSpPr/>
          <p:nvPr/>
        </p:nvSpPr>
        <p:spPr>
          <a:xfrm>
            <a:off x="22098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229B521-F55C-E8C8-AA54-AB92DC4D27D6}"/>
              </a:ext>
            </a:extLst>
          </p:cNvPr>
          <p:cNvSpPr/>
          <p:nvPr/>
        </p:nvSpPr>
        <p:spPr>
          <a:xfrm>
            <a:off x="61417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1DC105FC-A595-F304-1816-D3B1F9FB5B7A}"/>
              </a:ext>
            </a:extLst>
          </p:cNvPr>
          <p:cNvSpPr/>
          <p:nvPr/>
        </p:nvSpPr>
        <p:spPr>
          <a:xfrm>
            <a:off x="62331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487CAAD-B1B6-E320-143E-537C2E4BD083}"/>
              </a:ext>
            </a:extLst>
          </p:cNvPr>
          <p:cNvSpPr/>
          <p:nvPr/>
        </p:nvSpPr>
        <p:spPr>
          <a:xfrm>
            <a:off x="182880" y="5984240"/>
            <a:ext cx="11795760" cy="411480"/>
          </a:xfrm>
          <a:prstGeom prst="rect">
            <a:avLst/>
          </a:prstGeom>
          <a:solidFill>
            <a:srgbClr val="FFFDE7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D56D9B1-AB5C-7289-D9B4-79094D1F09B9}"/>
              </a:ext>
            </a:extLst>
          </p:cNvPr>
          <p:cNvSpPr/>
          <p:nvPr/>
        </p:nvSpPr>
        <p:spPr>
          <a:xfrm>
            <a:off x="320040" y="59842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5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명령어 입력창과 실행 결과가 동시에 보이도록 캡처하세요.</a:t>
            </a:r>
            <a:endParaRPr lang="en-US" sz="11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3166C5E-3F5A-578E-5610-2994418E4808}"/>
              </a:ext>
            </a:extLst>
          </p:cNvPr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6B4F4E3-6AE5-5773-A19F-25F3A18488B0}"/>
              </a:ext>
            </a:extLst>
          </p:cNvPr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65741B62-61D4-A433-84CB-E24B13F45574}"/>
              </a:ext>
            </a:extLst>
          </p:cNvPr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9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DC2A935-E2F9-4A33-B1E1-BA29FFE4A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869" y="981086"/>
            <a:ext cx="3155461" cy="182344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D6F355D-F65F-4AA8-B7E8-FDAA893D80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434" y="1376680"/>
            <a:ext cx="2905530" cy="79068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5848EDE2-E54C-43C6-992B-6DDE95AC58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7550" y="3250439"/>
            <a:ext cx="2724530" cy="905001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60579DD9-70BB-4BC7-8C90-802CCD8ABF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8879" y="2960557"/>
            <a:ext cx="2771969" cy="1468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198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🐧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2. Linux 명령어 실행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Colab 또는 WSL 사용  |  Colab은 명령어 앞에 ! 붙이기  예) !pwd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Text 5"/>
          <p:cNvSpPr/>
          <p:nvPr/>
        </p:nvSpPr>
        <p:spPr>
          <a:xfrm>
            <a:off x="22860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Text 7"/>
          <p:cNvSpPr/>
          <p:nvPr/>
        </p:nvSpPr>
        <p:spPr>
          <a:xfrm>
            <a:off x="425196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183880" y="10058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Text 9"/>
          <p:cNvSpPr/>
          <p:nvPr/>
        </p:nvSpPr>
        <p:spPr>
          <a:xfrm>
            <a:off x="8275320" y="12801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>
              <a:solidFill>
                <a:srgbClr val="AAAAAA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3716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2860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834640"/>
            <a:ext cx="3840480" cy="16916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251960" y="310896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이미지</a:t>
            </a: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000" dirty="0" err="1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" y="4663440"/>
            <a:ext cx="11795760" cy="411480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274320" y="4663440"/>
            <a:ext cx="11521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Google Colab 사용 시: !pwd, !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mkdir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등 명령어 앞에 ! 를 붙이세요.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9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E8A88F6-9EAF-4A46-AFFC-06C0B05A9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74" y="1025482"/>
            <a:ext cx="2859348" cy="1626618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CEBFEAD-DB8D-4E0A-8B98-1E766233BC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014" y="1819916"/>
            <a:ext cx="3010320" cy="4191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375EB80F-D38B-423B-A5FE-5514F973D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4644" y="1576336"/>
            <a:ext cx="3238952" cy="733527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E565D7D8-DCAE-4FED-8740-F51EEE7FB1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29" y="3509926"/>
            <a:ext cx="3343742" cy="523948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D044ECB-7FE3-49A3-B54B-1CFEF62691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2140" y="3216155"/>
            <a:ext cx="3238952" cy="8954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🐍 </a:t>
            </a:r>
            <a:r>
              <a:rPr lang="en-US" sz="2200" b="1" dirty="0" err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3. 파이썬 개발환경 구축 결과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구축 과정의 결과를 캡처하여 순서대로 붙여넣으시오.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0312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Python 버전 확인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 8"/>
          <p:cNvSpPr/>
          <p:nvPr/>
        </p:nvSpPr>
        <p:spPr>
          <a:xfrm>
            <a:off x="210312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2880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78024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478024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551176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가상환경 생성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6" name="Text 14"/>
          <p:cNvSpPr/>
          <p:nvPr/>
        </p:nvSpPr>
        <p:spPr>
          <a:xfrm>
            <a:off x="2551176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23744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8888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Shape 17"/>
          <p:cNvSpPr/>
          <p:nvPr/>
        </p:nvSpPr>
        <p:spPr>
          <a:xfrm>
            <a:off x="4818888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892040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가상환경 활성화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Text 20"/>
          <p:cNvSpPr/>
          <p:nvPr/>
        </p:nvSpPr>
        <p:spPr>
          <a:xfrm>
            <a:off x="4892040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64608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59752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159752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232904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VS Code + Python 확장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232904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05472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9500616" y="1005840"/>
            <a:ext cx="228600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29"/>
          <p:cNvSpPr/>
          <p:nvPr/>
        </p:nvSpPr>
        <p:spPr>
          <a:xfrm>
            <a:off x="9500616" y="1005840"/>
            <a:ext cx="2286000" cy="347472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9573768" y="10058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hello_exam.py 실행 결과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solidFill>
            <a:srgbClr val="F0F4F8"/>
          </a:solidFill>
          <a:ln w="6350">
            <a:solidFill>
              <a:srgbClr val="CCDDEE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573768" y="1417320"/>
            <a:ext cx="2139696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캡처 이미지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546336" y="28803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37160" y="3291840"/>
            <a:ext cx="11795760" cy="128016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274320" y="3291840"/>
            <a:ext cx="11612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최종 실행 결과 전체 화면 캡처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(VS Code 터미널에서 hello_test.py 실행 → Hello, Test! 출력 확인)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37160" y="4709160"/>
            <a:ext cx="11795760" cy="384048"/>
          </a:xfrm>
          <a:prstGeom prst="rect">
            <a:avLst/>
          </a:prstGeom>
          <a:solidFill>
            <a:srgbClr val="E8F4FF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274320" y="4709160"/>
            <a:ext cx="11521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 가상환경 활성화 후 터미널 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(</a:t>
            </a:r>
            <a:r>
              <a:rPr lang="en-US" sz="1100" dirty="0" err="1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test_env</a:t>
            </a:r>
            <a:r>
              <a:rPr lang="en-US" sz="1100" dirty="0">
                <a:solidFill>
                  <a:srgbClr val="1F386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) 표시 여부를 반드시 확인하고 캡처하세요.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9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5D4921E1-EBDB-4A46-AC5B-A462FC00C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09" y="1478456"/>
            <a:ext cx="2082531" cy="351805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5DF38D01-D41D-4FCF-A38B-4BC75F39EB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312" y="2029968"/>
            <a:ext cx="2194560" cy="274320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BE403875-3DD2-44F1-A548-D725083EF3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856550"/>
            <a:ext cx="2167128" cy="51503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5F92D7FB-7DF0-493A-B3DB-041863761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09" y="1933250"/>
            <a:ext cx="2039545" cy="9249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D0F64029-7CC5-40D0-A4EA-97DD1A3516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629" y="1441816"/>
            <a:ext cx="2155831" cy="164253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A2EC6B-CE24-4EE3-B0C2-F38BDA6433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2770" y="1692337"/>
            <a:ext cx="2286000" cy="1269539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D0B2525-BFAC-4009-9C50-F19D27FAF24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59152" y="3284861"/>
            <a:ext cx="7086600" cy="249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274320" y="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📦 제출 방법 — GitHub Branch Push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658368"/>
            <a:ext cx="11612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완성된 PPT 파일을 아래 절차에 따라 GitHub에 Push하시오.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37160" y="1060704"/>
            <a:ext cx="11713464" cy="276352"/>
          </a:xfrm>
          <a:prstGeom prst="rect">
            <a:avLst/>
          </a:prstGeom>
          <a:solidFill>
            <a:srgbClr val="EBF3FB"/>
          </a:solidFill>
          <a:ln w="1905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320040" y="1010920"/>
            <a:ext cx="11521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Repository URL :  </a:t>
            </a:r>
            <a:r>
              <a:rPr lang="en-US" altLang="ko-KR" sz="1300" b="1" dirty="0">
                <a:solidFill>
                  <a:srgbClr val="1F3864"/>
                </a:solidFill>
                <a:latin typeface="Consolas" pitchFamily="34" charset="0"/>
              </a:rPr>
              <a:t>https://github.com/seokssaem/bigdata-2026.git</a:t>
            </a:r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37160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28600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Repository Clone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56032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</a:t>
            </a:r>
            <a:r>
              <a:rPr lang="en-US" altLang="ko-KR" sz="1000" dirty="0">
                <a:solidFill>
                  <a:srgbClr val="333333"/>
                </a:solidFill>
                <a:latin typeface="Consolas" pitchFamily="34" charset="0"/>
              </a:rPr>
              <a:t>https://github.com/seokssaem/bigdata-2026.git</a:t>
            </a:r>
          </a:p>
        </p:txBody>
      </p:sp>
      <p:sp>
        <p:nvSpPr>
          <p:cNvPr id="13" name="Shape 11"/>
          <p:cNvSpPr/>
          <p:nvPr/>
        </p:nvSpPr>
        <p:spPr>
          <a:xfrm>
            <a:off x="4096512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096512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187952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Branch 생성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87952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215384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branch HongGilDong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87952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이름(영문)으로 Branch 생성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055864" y="1508760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055864" y="1508760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8147304" y="1508760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Branch 이동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47304" y="1911096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174736" y="1911096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HongGilDong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395728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생성한 Branch로 이동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37160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37160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28600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 파일 추가 &amp; Stage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28600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256032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28600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PPT 파일을 폴더에 복사 후 실행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096512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4096512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4187952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 Commit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187952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215384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"HongGilDong"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187952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Commit Message = 본인 이름(영문)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055864" y="2907792"/>
            <a:ext cx="379476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055864" y="2907792"/>
            <a:ext cx="3794760" cy="329184"/>
          </a:xfrm>
          <a:prstGeom prst="rect">
            <a:avLst/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8147304" y="2907792"/>
            <a:ext cx="3611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 Push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47304" y="3310128"/>
            <a:ext cx="3611880" cy="438912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174736" y="3310128"/>
            <a:ext cx="355701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origin HongGilDong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147304" y="3794760"/>
            <a:ext cx="3611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2E75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본인 Branch로 Push 완료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137160" y="4187952"/>
            <a:ext cx="11795760" cy="640080"/>
          </a:xfrm>
          <a:prstGeom prst="rect">
            <a:avLst/>
          </a:prstGeom>
          <a:solidFill>
            <a:srgbClr val="FFF9C4"/>
          </a:solidFill>
          <a:ln w="1905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182880" y="4187952"/>
            <a:ext cx="11612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 Branch 이름 = Commit Message = 본인 이름(영문)  으로 반드시 통일  |  업로드 파일명</a:t>
            </a:r>
            <a:r>
              <a:rPr lang="en-US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0</a:t>
            </a:r>
            <a:r>
              <a:rPr lang="en-US" altLang="ko-KR" sz="1200" b="1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1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개발자환경구축</a:t>
            </a:r>
            <a:r>
              <a:rPr lang="en-US" altLang="ko-KR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</a:t>
            </a:r>
            <a:r>
              <a:rPr lang="ko-KR" alt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이름</a:t>
            </a:r>
            <a:r>
              <a:rPr lang="en-US" sz="1200" b="1" dirty="0">
                <a:solidFill>
                  <a:srgbClr val="7F3F00"/>
                </a:solidFill>
                <a:latin typeface="맑은 고딕" pitchFamily="34" charset="0"/>
                <a:ea typeface="맑은 고딕" pitchFamily="34" charset="-122"/>
              </a:rPr>
              <a:t>_.pptx</a:t>
            </a:r>
          </a:p>
        </p:txBody>
      </p:sp>
      <p:sp>
        <p:nvSpPr>
          <p:cNvPr id="45" name="Shape 43"/>
          <p:cNvSpPr/>
          <p:nvPr/>
        </p:nvSpPr>
        <p:spPr>
          <a:xfrm>
            <a:off x="137160" y="4937760"/>
            <a:ext cx="11795760" cy="1234440"/>
          </a:xfrm>
          <a:prstGeom prst="rect">
            <a:avLst/>
          </a:prstGeom>
          <a:solidFill>
            <a:srgbClr val="F0F4F8"/>
          </a:solidFill>
          <a:ln w="19050">
            <a:solidFill>
              <a:srgbClr val="2E75B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274320" y="4937760"/>
            <a:ext cx="116128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📷 GitHub Repository 화면 캡처 (본인 Branch와 파일 업로드 완료 화면)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본인 Branch 클릭 → 업로드된 PPT 파일 확인 화면을 캡처하여 이 자리에 붙여넣으시오.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0F4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182880" y="6537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(빅데이터전문가) 빅데이터 분석 플랫폼 개발자 양성과정  |  개발자 환경 구축 수행평가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1430000" y="653796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581</Words>
  <Application>Microsoft Office PowerPoint</Application>
  <PresentationFormat>사용자 지정</PresentationFormat>
  <Paragraphs>87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FullName</cp:lastModifiedBy>
  <cp:revision>16</cp:revision>
  <dcterms:created xsi:type="dcterms:W3CDTF">2026-03-03T01:32:21Z</dcterms:created>
  <dcterms:modified xsi:type="dcterms:W3CDTF">2026-05-18T03:11:42Z</dcterms:modified>
</cp:coreProperties>
</file>