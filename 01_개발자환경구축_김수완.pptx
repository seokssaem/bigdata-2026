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김수완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 / 05 / 18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KimSuWan</a:t>
            </a: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3E19B95-7B5A-4072-8CD0-562CA7A69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43379"/>
            <a:ext cx="3657600" cy="187864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D603A59-1973-46D2-9D80-2A5CB42EB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986835"/>
            <a:ext cx="3565741" cy="170668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EEC058E-59C9-4C16-B116-6823A5C03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8150" y="1385826"/>
            <a:ext cx="2619741" cy="29531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034679E-DC6C-4D66-8FAF-ADC751FC16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3324162"/>
            <a:ext cx="3096057" cy="8954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23FC209-106A-41D2-80E5-D82EA8B485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3005163"/>
            <a:ext cx="3840481" cy="139796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7BFDA3C-3F94-4F52-A390-35CC482A2C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3044" y="2822020"/>
            <a:ext cx="3565741" cy="164389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C2A935-E2F9-4A33-B1E1-BA29FFE4A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869" y="981086"/>
            <a:ext cx="3155461" cy="18234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6F355D-F65F-4AA8-B7E8-FDAA893D8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434" y="1376680"/>
            <a:ext cx="2905530" cy="79068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848EDE2-E54C-43C6-992B-6DDE95AC5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550" y="3250439"/>
            <a:ext cx="2724530" cy="90500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60579DD9-70BB-4BC7-8C90-802CCD8AB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879" y="2960557"/>
            <a:ext cx="2771969" cy="14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E8A88F6-9EAF-4A46-AFFC-06C0B05A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74" y="1025482"/>
            <a:ext cx="2859348" cy="162661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CEBFEAD-DB8D-4E0A-8B98-1E766233B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014" y="1819916"/>
            <a:ext cx="3010320" cy="4191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75EB80F-D38B-423B-A5FE-5514F973D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644" y="1576336"/>
            <a:ext cx="3238952" cy="73352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565D7D8-DCAE-4FED-8740-F51EEE7FB1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29" y="3509926"/>
            <a:ext cx="3343742" cy="52394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D044ECB-7FE3-49A3-B54B-1CFEF6269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140" y="3216155"/>
            <a:ext cx="3238952" cy="895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hello_test.py 실행 → Hello, Test!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test_env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D4921E1-EBDB-4A46-AC5B-A462FC00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09" y="1478456"/>
            <a:ext cx="2082531" cy="35180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5DF38D01-D41D-4FCF-A38B-4BC75F39E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2029968"/>
            <a:ext cx="2194560" cy="274320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E403875-3DD2-44F1-A548-D725083EF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856550"/>
            <a:ext cx="2167128" cy="515034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F92D7FB-7DF0-493A-B3DB-041863761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909" y="1933250"/>
            <a:ext cx="2039545" cy="924955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0F64029-7CC5-40D0-A4EA-97DD1A3516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629" y="1441816"/>
            <a:ext cx="2155831" cy="1642538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FA2EC6B-CE24-4EE3-B0C2-F38BDA643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2770" y="1692337"/>
            <a:ext cx="2286000" cy="1269539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D0B2525-BFAC-4009-9C50-F19D27FAF2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9152" y="3284861"/>
            <a:ext cx="7086600" cy="249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C01A0E2A-3C1D-4E9C-A5F2-043D1F4B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607" y="4187952"/>
            <a:ext cx="4000071" cy="2245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581</Words>
  <Application>Microsoft Office PowerPoint</Application>
  <PresentationFormat>사용자 지정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17</cp:revision>
  <dcterms:created xsi:type="dcterms:W3CDTF">2026-03-03T01:32:21Z</dcterms:created>
  <dcterms:modified xsi:type="dcterms:W3CDTF">2026-05-18T03:19:49Z</dcterms:modified>
</cp:coreProperties>
</file>