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41960" y="3493009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AE32E3-AE30-4B98-9D64-61AA1294A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00" y="2097752"/>
            <a:ext cx="2133898" cy="49536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456929C4-9772-4B13-8B4A-9A6E102FE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113" y="4110679"/>
            <a:ext cx="3143689" cy="88594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E5F8B7E-1312-4DE0-A760-1661084F4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624" y="1882372"/>
            <a:ext cx="3041463" cy="918027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D9E51593-C08F-4655-A6D8-ECE40E22B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654" y="4164501"/>
            <a:ext cx="361047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5E2E76-474A-4935-8F03-8C27B8559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743" y="943498"/>
            <a:ext cx="4652514" cy="48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단어 추가 &amp; 목록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내림차순 정렬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C66CB4-CC67-424F-9A03-F1E99E863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25440"/>
            <a:ext cx="2421420" cy="163338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280FED-77AD-4064-9CCD-5B5672300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5493" y="2856289"/>
            <a:ext cx="2819794" cy="97168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61EC609-893C-43E3-AB7C-6AC3EEB71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560" y="2525440"/>
            <a:ext cx="2838846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2733294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2544318" y="1005840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951475" y="3311312"/>
            <a:ext cx="2743200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7358634" y="1005840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9201352" y="3311312"/>
            <a:ext cx="2743200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9930384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C17AEF20-9DC2-4302-8C1F-3D0D6EA4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79" y="4531432"/>
            <a:ext cx="3655948" cy="39058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BFD29C3-62F4-41E8-A090-A6DEC6684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489" y="1845162"/>
            <a:ext cx="3890430" cy="96134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824016A-39E2-470A-B3AF-E9E5B8FFF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702" y="4110865"/>
            <a:ext cx="3801005" cy="352474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F826D2-20A2-4AAD-932E-D19A82156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3245" y="1945158"/>
            <a:ext cx="1629002" cy="38105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92291410-A263-4A35-A11A-E3885C9DEC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442" y="4265969"/>
            <a:ext cx="3477110" cy="1228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F64E40-2D25-4855-B14C-85F7A0878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865" y="999786"/>
            <a:ext cx="5464908" cy="465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students.csv 파일 내용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파탐색기에서 파일 확인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콘솔 출력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35C018-EA37-4B59-ACD3-4395A2164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525" y="3787065"/>
            <a:ext cx="1562318" cy="126700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A462992-B854-4935-BB43-4D27D41CE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097" y="3651521"/>
            <a:ext cx="3477110" cy="1228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610</Words>
  <Application>Microsoft Office PowerPoint</Application>
  <PresentationFormat>와이드스크린</PresentationFormat>
  <Paragraphs>96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20</cp:revision>
  <dcterms:created xsi:type="dcterms:W3CDTF">2026-03-10T17:23:29Z</dcterms:created>
  <dcterms:modified xsi:type="dcterms:W3CDTF">2026-06-01T01:00:17Z</dcterms:modified>
</cp:coreProperties>
</file>