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2026-07-10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887975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빅데이터저장시스템개발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10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0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models.py, database.py, loader.py, verify.py, pipeline.py, README.md(ERD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포함하면 추가 점수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38137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10A800-1AB6-42BE-9F21-C2A9237D4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269" y="0"/>
            <a:ext cx="98414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F5823F-9A93-422A-A115-A939C2A1A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73" y="1256997"/>
            <a:ext cx="7544853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5E77DB-2301-4320-85CD-9A721C0A8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90" y="1004549"/>
            <a:ext cx="6773220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4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9E5FA4-9EB1-446F-8F9F-BBC51880C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797" y="0"/>
            <a:ext cx="7358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2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B3DB5B-F161-4AD9-BA26-5C2B02E1F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99" y="571101"/>
            <a:ext cx="8249801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220FB5-EA27-4C47-A2E7-AAD279FE8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5" y="0"/>
            <a:ext cx="5763429" cy="45345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CDD3D82-9AC5-4B7F-93C4-E1E6AC2F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25" y="4540825"/>
            <a:ext cx="6449325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239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65EB2C-2254-45CE-B3E7-10088C8AC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375811"/>
            <a:ext cx="8430802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660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F4A315-8C9B-4481-ABAC-136E15CBD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130" y="2171524"/>
            <a:ext cx="2257740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8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116</Words>
  <Application>Microsoft Office PowerPoint</Application>
  <PresentationFormat>와이드스크린</PresentationFormat>
  <Paragraphs>14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21</cp:revision>
  <dcterms:created xsi:type="dcterms:W3CDTF">2026-03-10T17:23:29Z</dcterms:created>
  <dcterms:modified xsi:type="dcterms:W3CDTF">2026-07-10T03:33:50Z</dcterms:modified>
</cp:coreProperties>
</file>